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c063cfb26a437a" /><Relationship Type="http://schemas.openxmlformats.org/officeDocument/2006/relationships/extended-properties" Target="/docProps/app.xml" Id="Rb2484165f3ed4ba7" /><Relationship Type="http://schemas.openxmlformats.org/officeDocument/2006/relationships/officeDocument" Target="/ppt/presentation.xml" Id="R77bb6dc4d3ec4b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514e2d3c204f1d"/>
  </p:sldMasterIdLst>
  <p:notesMasterIdLst>
    <p:notesMasterId xmlns:r="http://schemas.openxmlformats.org/officeDocument/2006/relationships" r:id="R76028fbe2d96423c"/>
  </p:notesMasterIdLst>
  <p:sldIdLst>
    <p:sldId xmlns:r="http://schemas.openxmlformats.org/officeDocument/2006/relationships" id="256" r:id="Re331208f1c964f3b"/>
    <p:sldId xmlns:r="http://schemas.openxmlformats.org/officeDocument/2006/relationships" id="257" r:id="R7a4fdd3b36da49b4"/>
    <p:sldId xmlns:r="http://schemas.openxmlformats.org/officeDocument/2006/relationships" id="258" r:id="Rfdbdea94b8304ea3"/>
    <p:sldId xmlns:r="http://schemas.openxmlformats.org/officeDocument/2006/relationships" id="259" r:id="R64a6df98ecdb4b2e"/>
    <p:sldId xmlns:r="http://schemas.openxmlformats.org/officeDocument/2006/relationships" id="260" r:id="R8730b49fff5f4a4c"/>
    <p:sldId xmlns:r="http://schemas.openxmlformats.org/officeDocument/2006/relationships" id="261" r:id="R43ffff2790454692"/>
    <p:sldId xmlns:r="http://schemas.openxmlformats.org/officeDocument/2006/relationships" id="262" r:id="R203d256cdb17481f"/>
    <p:sldId xmlns:r="http://schemas.openxmlformats.org/officeDocument/2006/relationships" id="263" r:id="R1f1243fbdd2d421f"/>
    <p:sldId xmlns:r="http://schemas.openxmlformats.org/officeDocument/2006/relationships" id="264" r:id="R393f4f6a6c5d4c88"/>
    <p:sldId xmlns:r="http://schemas.openxmlformats.org/officeDocument/2006/relationships" id="265" r:id="Rc7f62513b6b84497"/>
    <p:sldId xmlns:r="http://schemas.openxmlformats.org/officeDocument/2006/relationships" id="266" r:id="R4af4e4806f5e40b9"/>
    <p:sldId xmlns:r="http://schemas.openxmlformats.org/officeDocument/2006/relationships" id="267" r:id="R048f8b96bc6d465c"/>
    <p:sldId xmlns:r="http://schemas.openxmlformats.org/officeDocument/2006/relationships" id="268" r:id="R13a67ce0cd754477"/>
    <p:sldId xmlns:r="http://schemas.openxmlformats.org/officeDocument/2006/relationships" id="269" r:id="R10e6ab55489549c9"/>
    <p:sldId xmlns:r="http://schemas.openxmlformats.org/officeDocument/2006/relationships" id="270" r:id="R5a699e1ddc494a1d"/>
    <p:sldId xmlns:r="http://schemas.openxmlformats.org/officeDocument/2006/relationships" id="271" r:id="R1485749320d940fc"/>
    <p:sldId xmlns:r="http://schemas.openxmlformats.org/officeDocument/2006/relationships" id="272" r:id="Raf6e31afb1d2440f"/>
    <p:sldId xmlns:r="http://schemas.openxmlformats.org/officeDocument/2006/relationships" id="273" r:id="Ra0c03005f0bc4801"/>
    <p:sldId xmlns:r="http://schemas.openxmlformats.org/officeDocument/2006/relationships" id="274" r:id="Rbf5e351b5f734a3e"/>
    <p:sldId xmlns:r="http://schemas.openxmlformats.org/officeDocument/2006/relationships" id="275" r:id="Rb7436a71361d4a7e"/>
    <p:sldId xmlns:r="http://schemas.openxmlformats.org/officeDocument/2006/relationships" id="276" r:id="Redfa2a3ffef6417c"/>
    <p:sldId xmlns:r="http://schemas.openxmlformats.org/officeDocument/2006/relationships" id="277" r:id="R18709e880fd44641"/>
    <p:sldId xmlns:r="http://schemas.openxmlformats.org/officeDocument/2006/relationships" id="278" r:id="R0495b436a83648c7"/>
    <p:sldId xmlns:r="http://schemas.openxmlformats.org/officeDocument/2006/relationships" id="279" r:id="R2f61acc1a28841e2"/>
    <p:sldId xmlns:r="http://schemas.openxmlformats.org/officeDocument/2006/relationships" id="280" r:id="Rf8be59b7f6a9476c"/>
    <p:sldId xmlns:r="http://schemas.openxmlformats.org/officeDocument/2006/relationships" id="281" r:id="R137033e29b6441d6"/>
    <p:sldId xmlns:r="http://schemas.openxmlformats.org/officeDocument/2006/relationships" id="282" r:id="R2e7af0ac676349bc"/>
    <p:sldId xmlns:r="http://schemas.openxmlformats.org/officeDocument/2006/relationships" id="283" r:id="R23d56f17156d43be"/>
    <p:sldId xmlns:r="http://schemas.openxmlformats.org/officeDocument/2006/relationships" id="284" r:id="Rf4c871b4c0954aa5"/>
    <p:sldId xmlns:r="http://schemas.openxmlformats.org/officeDocument/2006/relationships" id="285" r:id="R26f0757283ee48b2"/>
    <p:sldId xmlns:r="http://schemas.openxmlformats.org/officeDocument/2006/relationships" id="286" r:id="Rfe87493989164589"/>
    <p:sldId xmlns:r="http://schemas.openxmlformats.org/officeDocument/2006/relationships" id="287" r:id="Rce33588faa6d4e1e"/>
    <p:sldId xmlns:r="http://schemas.openxmlformats.org/officeDocument/2006/relationships" id="288" r:id="R6024e413c5404461"/>
    <p:sldId xmlns:r="http://schemas.openxmlformats.org/officeDocument/2006/relationships" id="289" r:id="R680763836171469e"/>
    <p:sldId xmlns:r="http://schemas.openxmlformats.org/officeDocument/2006/relationships" id="290" r:id="R607c0f3a9ed5440a"/>
    <p:sldId xmlns:r="http://schemas.openxmlformats.org/officeDocument/2006/relationships" id="291" r:id="R0f44993024284ed3"/>
    <p:sldId xmlns:r="http://schemas.openxmlformats.org/officeDocument/2006/relationships" id="292" r:id="Rfffefb7f54594588"/>
    <p:sldId xmlns:r="http://schemas.openxmlformats.org/officeDocument/2006/relationships" id="293" r:id="R16b985fb3d96476b"/>
    <p:sldId xmlns:r="http://schemas.openxmlformats.org/officeDocument/2006/relationships" id="294" r:id="Rcc0c652b9fab413a"/>
    <p:sldId xmlns:r="http://schemas.openxmlformats.org/officeDocument/2006/relationships" id="295" r:id="Rec7ea1b3f5964bf3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87368f47bc4eab" /><Relationship Type="http://schemas.openxmlformats.org/officeDocument/2006/relationships/slideMaster" Target="/ppt/slideMasters/slideMaster1.xml" Id="R4a514e2d3c204f1d" /><Relationship Type="http://schemas.openxmlformats.org/officeDocument/2006/relationships/notesMaster" Target="/ppt/notesMasters/notesMaster1.xml" Id="R76028fbe2d96423c" /><Relationship Type="http://schemas.openxmlformats.org/officeDocument/2006/relationships/presProps" Target="/ppt/presProps.xml" Id="R450d804c112c45a6" /><Relationship Type="http://schemas.openxmlformats.org/officeDocument/2006/relationships/viewProps" Target="/ppt/viewProps.xml" Id="Ra6b4d2dc636d464a" /><Relationship Type="http://schemas.openxmlformats.org/officeDocument/2006/relationships/tableStyles" Target="/ppt/tableStyles.xml" Id="R90ed699f6b32432a" /><Relationship Type="http://schemas.openxmlformats.org/officeDocument/2006/relationships/slide" Target="/ppt/slides/slide1.xml" Id="Re331208f1c964f3b" /><Relationship Type="http://schemas.openxmlformats.org/officeDocument/2006/relationships/slide" Target="/ppt/slides/slide2.xml" Id="R7a4fdd3b36da49b4" /><Relationship Type="http://schemas.openxmlformats.org/officeDocument/2006/relationships/slide" Target="/ppt/slides/slide3.xml" Id="Rfdbdea94b8304ea3" /><Relationship Type="http://schemas.openxmlformats.org/officeDocument/2006/relationships/slide" Target="/ppt/slides/slide4.xml" Id="R64a6df98ecdb4b2e" /><Relationship Type="http://schemas.openxmlformats.org/officeDocument/2006/relationships/slide" Target="/ppt/slides/slide5.xml" Id="R8730b49fff5f4a4c" /><Relationship Type="http://schemas.openxmlformats.org/officeDocument/2006/relationships/slide" Target="/ppt/slides/slide6.xml" Id="R43ffff2790454692" /><Relationship Type="http://schemas.openxmlformats.org/officeDocument/2006/relationships/slide" Target="/ppt/slides/slide7.xml" Id="R203d256cdb17481f" /><Relationship Type="http://schemas.openxmlformats.org/officeDocument/2006/relationships/slide" Target="/ppt/slides/slide8.xml" Id="R1f1243fbdd2d421f" /><Relationship Type="http://schemas.openxmlformats.org/officeDocument/2006/relationships/slide" Target="/ppt/slides/slide9.xml" Id="R393f4f6a6c5d4c88" /><Relationship Type="http://schemas.openxmlformats.org/officeDocument/2006/relationships/slide" Target="/ppt/slides/slide10.xml" Id="Rc7f62513b6b84497" /><Relationship Type="http://schemas.openxmlformats.org/officeDocument/2006/relationships/slide" Target="/ppt/slides/slide11.xml" Id="R4af4e4806f5e40b9" /><Relationship Type="http://schemas.openxmlformats.org/officeDocument/2006/relationships/slide" Target="/ppt/slides/slide12.xml" Id="R048f8b96bc6d465c" /><Relationship Type="http://schemas.openxmlformats.org/officeDocument/2006/relationships/slide" Target="/ppt/slides/slide13.xml" Id="R13a67ce0cd754477" /><Relationship Type="http://schemas.openxmlformats.org/officeDocument/2006/relationships/slide" Target="/ppt/slides/slide14.xml" Id="R10e6ab55489549c9" /><Relationship Type="http://schemas.openxmlformats.org/officeDocument/2006/relationships/slide" Target="/ppt/slides/slide15.xml" Id="R5a699e1ddc494a1d" /><Relationship Type="http://schemas.openxmlformats.org/officeDocument/2006/relationships/slide" Target="/ppt/slides/slide16.xml" Id="R1485749320d940fc" /><Relationship Type="http://schemas.openxmlformats.org/officeDocument/2006/relationships/slide" Target="/ppt/slides/slide17.xml" Id="Raf6e31afb1d2440f" /><Relationship Type="http://schemas.openxmlformats.org/officeDocument/2006/relationships/slide" Target="/ppt/slides/slide18.xml" Id="Ra0c03005f0bc4801" /><Relationship Type="http://schemas.openxmlformats.org/officeDocument/2006/relationships/slide" Target="/ppt/slides/slide19.xml" Id="Rbf5e351b5f734a3e" /><Relationship Type="http://schemas.openxmlformats.org/officeDocument/2006/relationships/slide" Target="/ppt/slides/slide20.xml" Id="Rb7436a71361d4a7e" /><Relationship Type="http://schemas.openxmlformats.org/officeDocument/2006/relationships/slide" Target="/ppt/slides/slide21.xml" Id="Redfa2a3ffef6417c" /><Relationship Type="http://schemas.openxmlformats.org/officeDocument/2006/relationships/slide" Target="/ppt/slides/slide22.xml" Id="R18709e880fd44641" /><Relationship Type="http://schemas.openxmlformats.org/officeDocument/2006/relationships/slide" Target="/ppt/slides/slide23.xml" Id="R0495b436a83648c7" /><Relationship Type="http://schemas.openxmlformats.org/officeDocument/2006/relationships/slide" Target="/ppt/slides/slide24.xml" Id="R2f61acc1a28841e2" /><Relationship Type="http://schemas.openxmlformats.org/officeDocument/2006/relationships/slide" Target="/ppt/slides/slide25.xml" Id="Rf8be59b7f6a9476c" /><Relationship Type="http://schemas.openxmlformats.org/officeDocument/2006/relationships/slide" Target="/ppt/slides/slide26.xml" Id="R137033e29b6441d6" /><Relationship Type="http://schemas.openxmlformats.org/officeDocument/2006/relationships/slide" Target="/ppt/slides/slide27.xml" Id="R2e7af0ac676349bc" /><Relationship Type="http://schemas.openxmlformats.org/officeDocument/2006/relationships/slide" Target="/ppt/slides/slide28.xml" Id="R23d56f17156d43be" /><Relationship Type="http://schemas.openxmlformats.org/officeDocument/2006/relationships/slide" Target="/ppt/slides/slide29.xml" Id="Rf4c871b4c0954aa5" /><Relationship Type="http://schemas.openxmlformats.org/officeDocument/2006/relationships/slide" Target="/ppt/slides/slide30.xml" Id="R26f0757283ee48b2" /><Relationship Type="http://schemas.openxmlformats.org/officeDocument/2006/relationships/slide" Target="/ppt/slides/slide31.xml" Id="Rfe87493989164589" /><Relationship Type="http://schemas.openxmlformats.org/officeDocument/2006/relationships/slide" Target="/ppt/slides/slide32.xml" Id="Rce33588faa6d4e1e" /><Relationship Type="http://schemas.openxmlformats.org/officeDocument/2006/relationships/slide" Target="/ppt/slides/slide33.xml" Id="R6024e413c5404461" /><Relationship Type="http://schemas.openxmlformats.org/officeDocument/2006/relationships/slide" Target="/ppt/slides/slide34.xml" Id="R680763836171469e" /><Relationship Type="http://schemas.openxmlformats.org/officeDocument/2006/relationships/slide" Target="/ppt/slides/slide35.xml" Id="R607c0f3a9ed5440a" /><Relationship Type="http://schemas.openxmlformats.org/officeDocument/2006/relationships/slide" Target="/ppt/slides/slide36.xml" Id="R0f44993024284ed3" /><Relationship Type="http://schemas.openxmlformats.org/officeDocument/2006/relationships/slide" Target="/ppt/slides/slide37.xml" Id="Rfffefb7f54594588" /><Relationship Type="http://schemas.openxmlformats.org/officeDocument/2006/relationships/slide" Target="/ppt/slides/slide38.xml" Id="R16b985fb3d96476b" /><Relationship Type="http://schemas.openxmlformats.org/officeDocument/2006/relationships/slide" Target="/ppt/slides/slide39.xml" Id="Rcc0c652b9fab413a" /><Relationship Type="http://schemas.openxmlformats.org/officeDocument/2006/relationships/slide" Target="/ppt/slides/slide40.xml" Id="Rec7ea1b3f5964b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4d4c49810f4b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am1">
  <a:themeElements>
    <a:clrScheme name="Office">
      <a:dk1>
        <a:srgbClr val="000000"/>
      </a:dk1>
      <a:lt1>
        <a:srgbClr val="FFFFFF"/>
      </a:lt1>
      <a:dk2>
        <a:srgbClr val="161618"/>
      </a:dk2>
      <a:lt2>
        <a:srgbClr val="F5F5F9"/>
      </a:lt2>
      <a:accent1>
        <a:srgbClr val="F5384B"/>
      </a:accent1>
      <a:accent2>
        <a:srgbClr val="3055B3"/>
      </a:accent2>
      <a:accent3>
        <a:srgbClr val="348BFF"/>
      </a:accent3>
      <a:accent4>
        <a:srgbClr val="000000"/>
      </a:accent4>
      <a:accent5>
        <a:srgbClr val="161618"/>
      </a:accent5>
      <a:accent6>
        <a:srgbClr val="F5F5F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b16f4501d44641" /><Relationship Type="http://schemas.openxmlformats.org/officeDocument/2006/relationships/notesMaster" Target="/ppt/notesMasters/notesMaster1.xml" Id="Re635dfb187e246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d5ede50aa94ae1" /><Relationship Type="http://schemas.openxmlformats.org/officeDocument/2006/relationships/notesMaster" Target="/ppt/notesMasters/notesMaster1.xml" Id="R214180b96d0e4c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3db66bf0f34aa8" /><Relationship Type="http://schemas.openxmlformats.org/officeDocument/2006/relationships/notesMaster" Target="/ppt/notesMasters/notesMaster1.xml" Id="Rcdcbffd1990847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9d5a4e9cab4147" /><Relationship Type="http://schemas.openxmlformats.org/officeDocument/2006/relationships/notesMaster" Target="/ppt/notesMasters/notesMaster1.xml" Id="R4d917a0673e04b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d65fa51f9b493b" /><Relationship Type="http://schemas.openxmlformats.org/officeDocument/2006/relationships/notesMaster" Target="/ppt/notesMasters/notesMaster1.xml" Id="Rcdb3c9950c7c47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1d6198c3c14ebf" /><Relationship Type="http://schemas.openxmlformats.org/officeDocument/2006/relationships/notesMaster" Target="/ppt/notesMasters/notesMaster1.xml" Id="Ref57d6b51f754a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0551df82c04413" /><Relationship Type="http://schemas.openxmlformats.org/officeDocument/2006/relationships/notesMaster" Target="/ppt/notesMasters/notesMaster1.xml" Id="R03003f6c9fe440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f4ed74092c4423" /><Relationship Type="http://schemas.openxmlformats.org/officeDocument/2006/relationships/notesMaster" Target="/ppt/notesMasters/notesMaster1.xml" Id="R8adbb27ea3af41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743e350c554cb2" /><Relationship Type="http://schemas.openxmlformats.org/officeDocument/2006/relationships/notesMaster" Target="/ppt/notesMasters/notesMaster1.xml" Id="Rc94a030e73a94f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2e803ebdb3452e" /><Relationship Type="http://schemas.openxmlformats.org/officeDocument/2006/relationships/notesMaster" Target="/ppt/notesMasters/notesMaster1.xml" Id="R2eed540eeaf242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c93192dc874fad" /><Relationship Type="http://schemas.openxmlformats.org/officeDocument/2006/relationships/notesMaster" Target="/ppt/notesMasters/notesMaster1.xml" Id="R5475332629144f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7a8c3e289c4f30" /><Relationship Type="http://schemas.openxmlformats.org/officeDocument/2006/relationships/notesMaster" Target="/ppt/notesMasters/notesMaster1.xml" Id="Rf5e18ff56af44d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580023c9f64cc3" /><Relationship Type="http://schemas.openxmlformats.org/officeDocument/2006/relationships/notesMaster" Target="/ppt/notesMasters/notesMaster1.xml" Id="Rc70f091a305544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f5715e23ba4e4e" /><Relationship Type="http://schemas.openxmlformats.org/officeDocument/2006/relationships/notesMaster" Target="/ppt/notesMasters/notesMaster1.xml" Id="Rc64c20b623ad40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73c36cd53b44a1" /><Relationship Type="http://schemas.openxmlformats.org/officeDocument/2006/relationships/notesMaster" Target="/ppt/notesMasters/notesMaster1.xml" Id="Rcbbfe0ade8a54a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ed0c88935f49a1" /><Relationship Type="http://schemas.openxmlformats.org/officeDocument/2006/relationships/notesMaster" Target="/ppt/notesMasters/notesMaster1.xml" Id="R8ddd6752521944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45d24bacbe540a6" /><Relationship Type="http://schemas.openxmlformats.org/officeDocument/2006/relationships/notesMaster" Target="/ppt/notesMasters/notesMaster1.xml" Id="R8c065a837c284d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13d00a1fec4e26" /><Relationship Type="http://schemas.openxmlformats.org/officeDocument/2006/relationships/notesMaster" Target="/ppt/notesMasters/notesMaster1.xml" Id="R900d1136d27045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37fe3b28dc4024" /><Relationship Type="http://schemas.openxmlformats.org/officeDocument/2006/relationships/notesMaster" Target="/ppt/notesMasters/notesMaster1.xml" Id="R0d00db0c0435492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530421b434c4e6b" /><Relationship Type="http://schemas.openxmlformats.org/officeDocument/2006/relationships/notesMaster" Target="/ppt/notesMasters/notesMaster1.xml" Id="Rcc69cbe8da4e414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d8c1adb439e49d6" /><Relationship Type="http://schemas.openxmlformats.org/officeDocument/2006/relationships/notesMaster" Target="/ppt/notesMasters/notesMaster1.xml" Id="R9ab33f0144f64a2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48ea8bcb5fb448b" /><Relationship Type="http://schemas.openxmlformats.org/officeDocument/2006/relationships/notesMaster" Target="/ppt/notesMasters/notesMaster1.xml" Id="Re0b566662572409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4ae244e7ae24aa5" /><Relationship Type="http://schemas.openxmlformats.org/officeDocument/2006/relationships/notesMaster" Target="/ppt/notesMasters/notesMaster1.xml" Id="R7c59daf1c7e94c8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12f4ded7db445df" /><Relationship Type="http://schemas.openxmlformats.org/officeDocument/2006/relationships/notesMaster" Target="/ppt/notesMasters/notesMaster1.xml" Id="R141805d259a74d8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8bc7432434a47c8" /><Relationship Type="http://schemas.openxmlformats.org/officeDocument/2006/relationships/notesMaster" Target="/ppt/notesMasters/notesMaster1.xml" Id="R02e7ca0e8da9489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ec240f9830e4fb7" /><Relationship Type="http://schemas.openxmlformats.org/officeDocument/2006/relationships/notesMaster" Target="/ppt/notesMasters/notesMaster1.xml" Id="Rfd248cf052634a4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9f779d95486476f" /><Relationship Type="http://schemas.openxmlformats.org/officeDocument/2006/relationships/notesMaster" Target="/ppt/notesMasters/notesMaster1.xml" Id="R8213c0595d664a2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08645b5ab754213" /><Relationship Type="http://schemas.openxmlformats.org/officeDocument/2006/relationships/notesMaster" Target="/ppt/notesMasters/notesMaster1.xml" Id="R24caec0ce97d4ad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78f04f9fe054c86" /><Relationship Type="http://schemas.openxmlformats.org/officeDocument/2006/relationships/notesMaster" Target="/ppt/notesMasters/notesMaster1.xml" Id="R46c44d264569427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190771f0ca34a9f" /><Relationship Type="http://schemas.openxmlformats.org/officeDocument/2006/relationships/notesMaster" Target="/ppt/notesMasters/notesMaster1.xml" Id="Ra87e8852ecca4ce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756d0e3bc8b42d0" /><Relationship Type="http://schemas.openxmlformats.org/officeDocument/2006/relationships/notesMaster" Target="/ppt/notesMasters/notesMaster1.xml" Id="R8778d40404c847d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566ad07dc1f448a" /><Relationship Type="http://schemas.openxmlformats.org/officeDocument/2006/relationships/notesMaster" Target="/ppt/notesMasters/notesMaster1.xml" Id="R2d0fea399fe4434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88f19e98e7e4b0a" /><Relationship Type="http://schemas.openxmlformats.org/officeDocument/2006/relationships/notesMaster" Target="/ppt/notesMasters/notesMaster1.xml" Id="R53cfd5e04111465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960878d202d41d6" /><Relationship Type="http://schemas.openxmlformats.org/officeDocument/2006/relationships/notesMaster" Target="/ppt/notesMasters/notesMaster1.xml" Id="R135d09864e314ca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4017a9b58164b97" /><Relationship Type="http://schemas.openxmlformats.org/officeDocument/2006/relationships/notesMaster" Target="/ppt/notesMasters/notesMaster1.xml" Id="R173b3456f89e4ad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23cdad69bc445f8" /><Relationship Type="http://schemas.openxmlformats.org/officeDocument/2006/relationships/notesMaster" Target="/ppt/notesMasters/notesMaster1.xml" Id="Rb083a885bd74479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0424057a8114aab" /><Relationship Type="http://schemas.openxmlformats.org/officeDocument/2006/relationships/notesMaster" Target="/ppt/notesMasters/notesMaster1.xml" Id="R894c3a9f52ed406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883e04affbc4c70" /><Relationship Type="http://schemas.openxmlformats.org/officeDocument/2006/relationships/notesMaster" Target="/ppt/notesMasters/notesMaster1.xml" Id="R5525f1854ad54be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55dc15a7384491d" /><Relationship Type="http://schemas.openxmlformats.org/officeDocument/2006/relationships/notesMaster" Target="/ppt/notesMasters/notesMaster1.xml" Id="R34f942fce3f34f6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b702c2f24d5473d" /><Relationship Type="http://schemas.openxmlformats.org/officeDocument/2006/relationships/notesMaster" Target="/ppt/notesMasters/notesMaster1.xml" Id="R19b67fc1a9c147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c5c94cb8044f5" /><Relationship Type="http://schemas.openxmlformats.org/officeDocument/2006/relationships/image" Target="/ppt/media/image2.png" Id="Rf4c8b83567584465" /><Relationship Type="http://schemas.openxmlformats.org/officeDocument/2006/relationships/image" Target="/ppt/media/image3.png" Id="Rf3d00fc70d1c43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11ff09de74242" /><Relationship Type="http://schemas.openxmlformats.org/officeDocument/2006/relationships/image" Target="/ppt/media/image2.png" Id="R1ca17501cadd469c" /><Relationship Type="http://schemas.openxmlformats.org/officeDocument/2006/relationships/image" Target="/ppt/media/image4.png" Id="R905bc16449194b8e" /><Relationship Type="http://schemas.openxmlformats.org/officeDocument/2006/relationships/image" Target="/ppt/media/image3.png" Id="R04e8eceef20946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a63d2c5dd46ac" /><Relationship Type="http://schemas.openxmlformats.org/officeDocument/2006/relationships/image" Target="/ppt/media/image.png" Id="Rb52448acc6dc4863" /><Relationship Type="http://schemas.openxmlformats.org/officeDocument/2006/relationships/image" Target="/ppt/media/image4.png" Id="Rb0bf9a5cea8c49e8" /><Relationship Type="http://schemas.openxmlformats.org/officeDocument/2006/relationships/image" Target="/ppt/media/image3.png" Id="Rbb123f9ee6d44c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f3a8e104c4714" /><Relationship Type="http://schemas.openxmlformats.org/officeDocument/2006/relationships/image" Target="/ppt/media/image.png" Id="Re88a44350e9a49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1a862aafe34e20" /><Relationship Type="http://schemas.openxmlformats.org/officeDocument/2006/relationships/image" Target="/ppt/media/image.png" Id="Rafafb03932204f2f" /><Relationship Type="http://schemas.openxmlformats.org/officeDocument/2006/relationships/image" Target="/ppt/media/image4.png" Id="Rb8e158206e734ff7" /><Relationship Type="http://schemas.openxmlformats.org/officeDocument/2006/relationships/image" Target="/ppt/media/image3.png" Id="R5bf94ed2e5a048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74857aa624a8f" /><Relationship Type="http://schemas.openxmlformats.org/officeDocument/2006/relationships/image" Target="/ppt/media/image.png" Id="R3030af3989a549fc" /><Relationship Type="http://schemas.openxmlformats.org/officeDocument/2006/relationships/image" Target="/ppt/media/image4.png" Id="Re0849e8855474fe3" /><Relationship Type="http://schemas.openxmlformats.org/officeDocument/2006/relationships/image" Target="/ppt/media/image3.png" Id="R5063960dd07f453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46ba770bb4422" /><Relationship Type="http://schemas.openxmlformats.org/officeDocument/2006/relationships/image" Target="/ppt/media/image.png" Id="Rd4e12dcaef6d4e47" /><Relationship Type="http://schemas.openxmlformats.org/officeDocument/2006/relationships/image" Target="/ppt/media/image4.png" Id="Rfbccd6d0ed534b34" /><Relationship Type="http://schemas.openxmlformats.org/officeDocument/2006/relationships/image" Target="/ppt/media/image3.png" Id="R772e7ee899224d1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182a756f834e9c" /><Relationship Type="http://schemas.openxmlformats.org/officeDocument/2006/relationships/image" Target="/ppt/media/image.png" Id="R363082b2c19f4162" /><Relationship Type="http://schemas.openxmlformats.org/officeDocument/2006/relationships/image" Target="/ppt/media/image4.png" Id="R299c89a78b804b94" /><Relationship Type="http://schemas.openxmlformats.org/officeDocument/2006/relationships/image" Target="/ppt/media/image3.png" Id="R466263908182482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f940a93c04901" /><Relationship Type="http://schemas.openxmlformats.org/officeDocument/2006/relationships/image" Target="/ppt/media/image.png" Id="R6de4191736a34c69" /><Relationship Type="http://schemas.openxmlformats.org/officeDocument/2006/relationships/image" Target="/ppt/media/image4.png" Id="Re5d1508e75a74b08" /><Relationship Type="http://schemas.openxmlformats.org/officeDocument/2006/relationships/image" Target="/ppt/media/image3.png" Id="R27a97acba16a41e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cc38330fdb43fe" /><Relationship Type="http://schemas.openxmlformats.org/officeDocument/2006/relationships/image" Target="/ppt/media/image2.png" Id="Rb5dd03fdc5c04d9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25ea02d03d4881" /><Relationship Type="http://schemas.openxmlformats.org/officeDocument/2006/relationships/image" Target="/ppt/media/image5.png" Id="Rc52fa7b8c3344bb5" /><Relationship Type="http://schemas.openxmlformats.org/officeDocument/2006/relationships/image" Target="/ppt/media/image6.png" Id="Rc0c6f97b9c754bb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4cb39894fd4d05" /><Relationship Type="http://schemas.openxmlformats.org/officeDocument/2006/relationships/image" Target="/ppt/media/image6.png" Id="Rf9e900a792754091" /><Relationship Type="http://schemas.openxmlformats.org/officeDocument/2006/relationships/image" Target="/ppt/media/image7.png" Id="R40dcbed93b044f3f" /><Relationship Type="http://schemas.openxmlformats.org/officeDocument/2006/relationships/image" Target="/ppt/media/image5.png" Id="R12d05253ff764d7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6917250074ae8" /><Relationship Type="http://schemas.openxmlformats.org/officeDocument/2006/relationships/image" Target="/ppt/media/image8.png" Id="Ra828b069460d49af" /><Relationship Type="http://schemas.openxmlformats.org/officeDocument/2006/relationships/image" Target="/ppt/media/image7.png" Id="Rfa4f973a015e4daa" /><Relationship Type="http://schemas.openxmlformats.org/officeDocument/2006/relationships/image" Target="/ppt/media/image5.png" Id="R2074adae314f4b6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4fa016f12408d" /><Relationship Type="http://schemas.openxmlformats.org/officeDocument/2006/relationships/image" Target="/ppt/media/image8.png" Id="Ra56cd9cfffd94fd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2ed0d3f6fc4560" /><Relationship Type="http://schemas.openxmlformats.org/officeDocument/2006/relationships/image" Target="/ppt/media/image8.png" Id="Rb5dd87f9509e4ede" /><Relationship Type="http://schemas.openxmlformats.org/officeDocument/2006/relationships/image" Target="/ppt/media/image7.png" Id="Rc89632252beb4fc5" /><Relationship Type="http://schemas.openxmlformats.org/officeDocument/2006/relationships/image" Target="/ppt/media/image5.png" Id="Rc4f6d4b62b7a4a0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33d7d8c0c4cc8" /><Relationship Type="http://schemas.openxmlformats.org/officeDocument/2006/relationships/image" Target="/ppt/media/image8.png" Id="R0f892c82d8514a14" /><Relationship Type="http://schemas.openxmlformats.org/officeDocument/2006/relationships/image" Target="/ppt/media/image7.png" Id="Ra537be6fa8e34f32" /><Relationship Type="http://schemas.openxmlformats.org/officeDocument/2006/relationships/image" Target="/ppt/media/image5.png" Id="R2d62e8b7c8bb471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fef4614c474180" /><Relationship Type="http://schemas.openxmlformats.org/officeDocument/2006/relationships/image" Target="/ppt/media/image8.png" Id="Rec28603a4b124401" /><Relationship Type="http://schemas.openxmlformats.org/officeDocument/2006/relationships/image" Target="/ppt/media/image7.png" Id="R0aff57d25a3c4dc7" /><Relationship Type="http://schemas.openxmlformats.org/officeDocument/2006/relationships/image" Target="/ppt/media/image5.png" Id="R509dc707d4d74f6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5c1140e5b4b31" /><Relationship Type="http://schemas.openxmlformats.org/officeDocument/2006/relationships/image" Target="/ppt/media/image8.png" Id="R025728d1b1be4c7b" /><Relationship Type="http://schemas.openxmlformats.org/officeDocument/2006/relationships/image" Target="/ppt/media/image7.png" Id="R2d5a7d3aa5234e4b" /><Relationship Type="http://schemas.openxmlformats.org/officeDocument/2006/relationships/image" Target="/ppt/media/image5.png" Id="Rcd4b9911327d47e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767fc973d45fa" /><Relationship Type="http://schemas.openxmlformats.org/officeDocument/2006/relationships/image" Target="/ppt/media/image8.png" Id="Rd6f81ecfcdb047f7" /><Relationship Type="http://schemas.openxmlformats.org/officeDocument/2006/relationships/image" Target="/ppt/media/image7.png" Id="Rc76ab46832654444" /><Relationship Type="http://schemas.openxmlformats.org/officeDocument/2006/relationships/image" Target="/ppt/media/image5.png" Id="Ra2c447d43cc641b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d2ce90f5d448c" /><Relationship Type="http://schemas.openxmlformats.org/officeDocument/2006/relationships/image" Target="/ppt/media/image6.png" Id="Rb09ab98ea3044173" /></Relationships>
</file>

<file path=ppt/slideLayouts/slideLayout1.xml><?xml version="1.0" encoding="utf-8"?>
<p:sldLayout xmlns:p="http://schemas.openxmlformats.org/presentationml/2006/main" matchingName="Dark Title Slide">
  <p:cSld name="CUSTOM_1">
    <p:bg>
      <p:bgPr>
        <a:solidFill xmlns:a="http://schemas.openxmlformats.org/drawingml/2006/main">
          <a:srgbClr val="E84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Google Shape;14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8b8356758446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9737" y="-41437"/>
            <a:ext cx="9203476" cy="52263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2309AC77-6B3F-4ECD-A4F7-94413F9A0DD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95900" y="2644850"/>
            <a:ext cx="8152200" cy="13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Inter"/>
              <a:buNone/>
              <a:defRPr sz="3800" b="1" i="0" u="none" cap="none"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/>
        </p:txBody>
      </p:sp>
      <p:pic>
        <p:nvPicPr>
          <p:cNvPr id="20" name="Google Shape;16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00fc70d1c437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72900" y="4783725"/>
            <a:ext cx="1398201" cy="20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Dark Section Header">
  <p:cSld name="TITLE_1_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Google Shape;18;p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17501cadd469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9737" y="-41437"/>
            <a:ext cx="9203476" cy="52263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71E2B842-5192-4973-9BED-F822B6798BD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95975" y="1623925"/>
            <a:ext cx="8152200" cy="13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>
            <a:lvl1pPr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Inter"/>
              <a:buNone/>
              <a:defRPr sz="3800" b="1" i="0" u="none" cap="none"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791294BB-78E0-4E8B-992E-3E50B7E640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1550" y="3019050"/>
            <a:ext cx="8152200" cy="70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sz="2300" i="0" u="none" cap="none"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E0F2D29F-A9AA-4C5F-82C9-C8633EB6B5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9" name="Google Shape;22;p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bc16449194b8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325" y="4488425"/>
            <a:ext cx="190325" cy="3327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" name="Google Shape;23;p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8eceef209460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9200" y="4551550"/>
            <a:ext cx="1398201" cy="20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Dark No Titl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Google Shape;25;p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448acc6dc486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75" y="-41842"/>
            <a:ext cx="9204941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E22BF0F5-97DF-4834-AF08-F30D5A172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32" name="Google Shape;27;p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f9a5cea8c49e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325" y="4488425"/>
            <a:ext cx="190325" cy="3327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" name="Google Shape;28;p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23f9ee6d44cf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9200" y="4551550"/>
            <a:ext cx="1398201" cy="20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Dark No Title or Logos">
  <p:cSld name="TITLE_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Google Shape;30;p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a44350e9a498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75" y="-41842"/>
            <a:ext cx="9204941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40818A15-6170-469B-A2D9-DD0A3DF24E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Dark Title Only">
  <p:cSld name="TITLE_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Google Shape;33;p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fb03932204f2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75" y="-41842"/>
            <a:ext cx="9204941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457C5268-B1E0-4625-BAD0-170BB1821D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843244A-47DC-4C06-ADBA-37BC5502B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42" name="Google Shape;36;p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158206e734ff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325" y="4488425"/>
            <a:ext cx="190325" cy="3327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" name="Google Shape;37;p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94ed2e5a048a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9200" y="4551550"/>
            <a:ext cx="1398201" cy="20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Dark Title and Body">
  <p:cSld name="TITLE_2_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Google Shape;39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0af3989a549f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75" y="-41842"/>
            <a:ext cx="9204941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" name="Google Shape;40;p7">
            <a:extLst xmlns:a="http://schemas.openxmlformats.org/drawingml/2006/main">
              <a:ext uri="{FF2B5EF4-FFF2-40B4-BE49-F238E27FC236}">
                <a16:creationId xmlns:a16="http://schemas.microsoft.com/office/drawing/2014/main" id="{0945668A-1BBD-45D4-B3CF-1A474B068B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C8278412-FD9D-49DA-A8B0-7396F4816F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E077BC98-29D8-427C-BF34-D995A8F395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6600" y="1178975"/>
            <a:ext cx="8320800" cy="309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/>
        </p:txBody>
      </p:sp>
      <p:pic>
        <p:nvPicPr>
          <p:cNvPr id="50" name="Google Shape;43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49e8855474fe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325" y="4488425"/>
            <a:ext cx="190325" cy="3327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1" name="Google Shape;44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3960dd07f453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9200" y="4551550"/>
            <a:ext cx="1398201" cy="20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Dark Two Column">
  <p:cSld name="TITLE_2_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Google Shape;46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12dcaef6d4e4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75" y="-41842"/>
            <a:ext cx="9204941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Google Shape;47;p8">
            <a:extLst xmlns:a="http://schemas.openxmlformats.org/drawingml/2006/main">
              <a:ext uri="{FF2B5EF4-FFF2-40B4-BE49-F238E27FC236}">
                <a16:creationId xmlns:a16="http://schemas.microsoft.com/office/drawing/2014/main" id="{24C5DB3A-792E-4374-8D20-C7525BB4B7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8" name="Google Shape;48;p8">
            <a:extLst xmlns:a="http://schemas.openxmlformats.org/drawingml/2006/main">
              <a:ext uri="{FF2B5EF4-FFF2-40B4-BE49-F238E27FC236}">
                <a16:creationId xmlns:a16="http://schemas.microsoft.com/office/drawing/2014/main" id="{0A96C07B-DC55-4023-B509-393D3CEE72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Google Shape;49;p8">
            <a:extLst xmlns:a="http://schemas.openxmlformats.org/drawingml/2006/main">
              <a:ext uri="{FF2B5EF4-FFF2-40B4-BE49-F238E27FC236}">
                <a16:creationId xmlns:a16="http://schemas.microsoft.com/office/drawing/2014/main" id="{205B5EE4-2146-42FA-8E32-7B1403C721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6600" y="925575"/>
            <a:ext cx="3877500" cy="33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/>
        </p:txBody>
      </p:sp>
      <p:sp>
        <p:nvSpPr>
          <p:cNvPr id="50" name="Google Shape;50;p8">
            <a:extLst xmlns:a="http://schemas.openxmlformats.org/drawingml/2006/main">
              <a:ext uri="{FF2B5EF4-FFF2-40B4-BE49-F238E27FC236}">
                <a16:creationId xmlns:a16="http://schemas.microsoft.com/office/drawing/2014/main" id="{4B0BFB10-70C5-4430-A848-4592D6BC04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9775" y="925563"/>
            <a:ext cx="3877500" cy="334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/>
        </p:txBody>
      </p:sp>
      <p:pic>
        <p:nvPicPr>
          <p:cNvPr id="59" name="Google Shape;51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cd6d0ed534b3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325" y="4488425"/>
            <a:ext cx="190325" cy="3327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0" name="Google Shape;52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e7ee899224d1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9200" y="4551550"/>
            <a:ext cx="1398201" cy="20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Dark Image Right">
  <p:cSld name="TITLE_2_2_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2" name="Google Shape;54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082b2c19f416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75" y="-41842"/>
            <a:ext cx="9204941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5" name="Google Shape;55;p9">
            <a:extLst xmlns:a="http://schemas.openxmlformats.org/drawingml/2006/main">
              <a:ext uri="{FF2B5EF4-FFF2-40B4-BE49-F238E27FC236}">
                <a16:creationId xmlns:a16="http://schemas.microsoft.com/office/drawing/2014/main" id="{F3C7D30A-4829-4795-8B60-CE52805F9A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56" name="Google Shape;56;p9">
            <a:extLst xmlns:a="http://schemas.openxmlformats.org/drawingml/2006/main">
              <a:ext uri="{FF2B5EF4-FFF2-40B4-BE49-F238E27FC236}">
                <a16:creationId xmlns:a16="http://schemas.microsoft.com/office/drawing/2014/main" id="{B5D05F78-80DA-4D38-8991-BD61BC2652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5AAEFA25-EB0B-49EA-A734-D3156FE4E7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6600" y="925575"/>
            <a:ext cx="3877500" cy="33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5310A3FE-7C7D-47AD-9929-D3CB3B0BB0D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936975" y="918225"/>
            <a:ext cx="3780300" cy="336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pic>
        <p:nvPicPr>
          <p:cNvPr id="67" name="Google Shape;59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c89a78b804b9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325" y="4488425"/>
            <a:ext cx="190325" cy="3327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8" name="Google Shape;60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263908182482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9200" y="4551550"/>
            <a:ext cx="1398201" cy="20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Dark Image Left">
  <p:cSld name="TITLE_2_2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" name="Google Shape;62;p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4191736a34c6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75" y="-41842"/>
            <a:ext cx="9204941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DB8CA45B-589E-4E63-B15C-0DFEFC52BF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1B793B4D-F96C-4586-BE20-84B32BF3FB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DBD39D2E-64F4-427F-BFAC-C673CB37FA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39775" y="925563"/>
            <a:ext cx="3877500" cy="334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/>
        </p:txBody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3F45C198-B9FD-42F8-98DC-C5439AA04B4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9375" y="918225"/>
            <a:ext cx="3780300" cy="336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pic>
        <p:nvPicPr>
          <p:cNvPr id="75" name="Google Shape;67;p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1508e75a74b0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325" y="4488425"/>
            <a:ext cx="190325" cy="3327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6" name="Google Shape;68;p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97acba16a41e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9200" y="4551550"/>
            <a:ext cx="1398201" cy="20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.xml><?xml version="1.0" encoding="utf-8"?>
<p:sldLayout xmlns:p="http://schemas.openxmlformats.org/presentationml/2006/main" matchingName="Dark Blank">
  <p:cSld name="TITLE_1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3" name="Google Shape;70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d03fdc5c04d9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9737" y="-41437"/>
            <a:ext cx="9203476" cy="52263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D6F17246-395C-4E0D-AD6F-711741558C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LIght Title Slide">
  <p:cSld name="headline_1_1">
    <p:bg>
      <p:bgPr>
        <a:blipFill xmlns:a="http://schemas.openxmlformats.org/drawingml/2006/main">
          <a:blip xmlns:r="http://schemas.openxmlformats.org/officeDocument/2006/relationships" r:embed="Rc52fa7b8c3344bb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7" name="Google Shape;73;p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6f97b9c754bb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60" y="-41850"/>
            <a:ext cx="9204920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4" name="Google Shape;74;p12">
            <a:extLst xmlns:a="http://schemas.openxmlformats.org/drawingml/2006/main">
              <a:ext uri="{FF2B5EF4-FFF2-40B4-BE49-F238E27FC236}">
                <a16:creationId xmlns:a16="http://schemas.microsoft.com/office/drawing/2014/main" id="{4B532495-6D46-423E-9520-C68424BA8E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95900" y="2644850"/>
            <a:ext cx="8152200" cy="13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Inter"/>
              <a:buNone/>
              <a:defRPr sz="3800" b="1" i="0" u="none" cap="none">
                <a:solidFill>
                  <a:schemeClr val="dk1"/>
                </a:solidFill>
                <a:latin typeface="Inter"/>
                <a:ea typeface="Inter"/>
                <a:cs typeface="Inter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/>
        </p:txBody>
      </p:sp>
      <p:pic>
        <p:nvPicPr>
          <p:cNvPr id="79" name="Google Shape;75;p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fa7b8c3344bb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72931" y="4783728"/>
            <a:ext cx="1398132" cy="20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Light Section Header">
  <p:cSld name="headlin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77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900a79275409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60" y="-41850"/>
            <a:ext cx="9204920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3">
            <a:extLst xmlns:a="http://schemas.openxmlformats.org/drawingml/2006/main">
              <a:ext uri="{FF2B5EF4-FFF2-40B4-BE49-F238E27FC236}">
                <a16:creationId xmlns:a16="http://schemas.microsoft.com/office/drawing/2014/main" id="{D4DED573-4BAA-4046-93D0-254925FDAB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95975" y="1623925"/>
            <a:ext cx="8152200" cy="13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>
            <a:lvl1pPr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3800" i="0" u="none" cap="none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9" name="Google Shape;79;p13">
            <a:extLst xmlns:a="http://schemas.openxmlformats.org/drawingml/2006/main">
              <a:ext uri="{FF2B5EF4-FFF2-40B4-BE49-F238E27FC236}">
                <a16:creationId xmlns:a16="http://schemas.microsoft.com/office/drawing/2014/main" id="{53A8A8F9-4AF0-4805-A26F-D2AA55B425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1550" y="3019050"/>
            <a:ext cx="8152200" cy="70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sz="2300" i="0" u="none" cap="none">
                <a:solidFill>
                  <a:schemeClr val="dk1"/>
                </a:solidFill>
                <a:latin typeface="Inter"/>
                <a:ea typeface="Inter"/>
                <a:cs typeface="Inter"/>
              </a:defRPr>
            </a:lvl1pPr>
            <a:lvl2pPr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None/>
              <a:defRPr sz="1500" i="0" u="none" cap="none">
                <a:solidFill>
                  <a:schemeClr val="dk1"/>
                </a:solidFill>
                <a:latin typeface="Inter"/>
                <a:ea typeface="Inter"/>
                <a:cs typeface="Inter"/>
              </a:defRPr>
            </a:lvl2pPr>
            <a:lvl3pPr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 i="0" u="none" cap="none">
                <a:solidFill>
                  <a:schemeClr val="dk1"/>
                </a:solidFill>
                <a:latin typeface="Inter"/>
                <a:ea typeface="Inter"/>
                <a:cs typeface="Inter"/>
              </a:defRPr>
            </a:lvl3pPr>
            <a:lvl4pPr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i="0" u="none" cap="none">
                <a:solidFill>
                  <a:schemeClr val="dk1"/>
                </a:solidFill>
                <a:latin typeface="Inter"/>
                <a:ea typeface="Inter"/>
                <a:cs typeface="Inter"/>
              </a:defRPr>
            </a:lvl4pPr>
            <a:lvl5pPr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i="0" u="none" cap="none">
                <a:solidFill>
                  <a:schemeClr val="dk1"/>
                </a:solidFill>
                <a:latin typeface="Inter"/>
                <a:ea typeface="Inter"/>
                <a:cs typeface="Inter"/>
              </a:defRPr>
            </a:lvl5pPr>
            <a:lvl6pPr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i="0" u="none" cap="none">
                <a:solidFill>
                  <a:schemeClr val="dk1"/>
                </a:solidFill>
                <a:latin typeface="Inter"/>
                <a:ea typeface="Inter"/>
                <a:cs typeface="Inter"/>
              </a:defRPr>
            </a:lvl6pPr>
            <a:lvl7pPr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i="0" u="none" cap="none">
                <a:solidFill>
                  <a:schemeClr val="dk1"/>
                </a:solidFill>
                <a:latin typeface="Inter"/>
                <a:ea typeface="Inter"/>
                <a:cs typeface="Inter"/>
              </a:defRPr>
            </a:lvl7pPr>
            <a:lvl8pPr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i="0" u="none" cap="none">
                <a:solidFill>
                  <a:schemeClr val="dk1"/>
                </a:solidFill>
                <a:latin typeface="Inter"/>
                <a:ea typeface="Inter"/>
                <a:cs typeface="Inter"/>
              </a:defRPr>
            </a:lvl8pPr>
            <a:lvl9pPr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i="0" u="none" cap="none">
                <a:solidFill>
                  <a:schemeClr val="dk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/>
        </p:txBody>
      </p:sp>
      <p:sp>
        <p:nvSpPr>
          <p:cNvPr id="80" name="Google Shape;80;p13">
            <a:extLst xmlns:a="http://schemas.openxmlformats.org/drawingml/2006/main">
              <a:ext uri="{FF2B5EF4-FFF2-40B4-BE49-F238E27FC236}">
                <a16:creationId xmlns:a16="http://schemas.microsoft.com/office/drawing/2014/main" id="{792B3C79-8D9F-4F0E-83FC-AF3DAC1282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88" name="Google Shape;81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0dcbed93b044f3f">
            <a:alphaModFix/>
          </a:blip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427325" y="4488425"/>
            <a:ext cx="190325" cy="3327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9" name="Google Shape;82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d05253ff764d73">
            <a:alphaModFix/>
          </a:blip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7319200" y="4551550"/>
            <a:ext cx="1398201" cy="20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3.xml><?xml version="1.0" encoding="utf-8"?>
<p:sldLayout xmlns:p="http://schemas.openxmlformats.org/presentationml/2006/main" showMasterSp="0" matchingName="Light No Title">
  <p:cSld name="Custom Layout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9" name="Google Shape;84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8b069460d49a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68" y="-41850"/>
            <a:ext cx="9204936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5" name="Google Shape;85;p14">
            <a:extLst xmlns:a="http://schemas.openxmlformats.org/drawingml/2006/main">
              <a:ext uri="{FF2B5EF4-FFF2-40B4-BE49-F238E27FC236}">
                <a16:creationId xmlns:a16="http://schemas.microsoft.com/office/drawing/2014/main" id="{3873EDAB-AB63-462A-8A5A-9B09E99D6E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91" name="Google Shape;86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4f973a015e4daa">
            <a:alphaModFix/>
          </a:blip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427325" y="4488425"/>
            <a:ext cx="190325" cy="3327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2" name="Google Shape;87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74adae314f4b64">
            <a:alphaModFix/>
          </a:blip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7319200" y="4551550"/>
            <a:ext cx="1398201" cy="20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4.xml><?xml version="1.0" encoding="utf-8"?>
<p:sldLayout xmlns:p="http://schemas.openxmlformats.org/presentationml/2006/main" showMasterSp="0" matchingName="Light No Title or Logos">
  <p:cSld name="Custom Layout 1_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Google Shape;89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cd9cfffd94fd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68" y="-41850"/>
            <a:ext cx="9204936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0" name="Google Shape;90;p15">
            <a:extLst xmlns:a="http://schemas.openxmlformats.org/drawingml/2006/main">
              <a:ext uri="{FF2B5EF4-FFF2-40B4-BE49-F238E27FC236}">
                <a16:creationId xmlns:a16="http://schemas.microsoft.com/office/drawing/2014/main" id="{78894A11-EB5F-4465-BB8D-0D6F92E03B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matchingName="Light Title Only">
  <p:cSld name="Custom Layout 1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8" name="Google Shape;92;p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d87f9509e4ed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68" y="-41850"/>
            <a:ext cx="9204936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3" name="Google Shape;93;p16">
            <a:extLst xmlns:a="http://schemas.openxmlformats.org/drawingml/2006/main">
              <a:ext uri="{FF2B5EF4-FFF2-40B4-BE49-F238E27FC236}">
                <a16:creationId xmlns:a16="http://schemas.microsoft.com/office/drawing/2014/main" id="{72A30A6A-09DC-40C7-B72F-A36535ED03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4" name="Google Shape;94;p16">
            <a:extLst xmlns:a="http://schemas.openxmlformats.org/drawingml/2006/main">
              <a:ext uri="{FF2B5EF4-FFF2-40B4-BE49-F238E27FC236}">
                <a16:creationId xmlns:a16="http://schemas.microsoft.com/office/drawing/2014/main" id="{9A5DF35E-3ABD-4831-B6C1-24C66B25EB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01" name="Google Shape;95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9632252beb4fc5">
            <a:alphaModFix/>
          </a:blip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427325" y="4488425"/>
            <a:ext cx="190325" cy="3327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" name="Google Shape;9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f6d4b62b7a4a04">
            <a:alphaModFix/>
          </a:blip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7319200" y="4551550"/>
            <a:ext cx="1398201" cy="20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6.xml><?xml version="1.0" encoding="utf-8"?>
<p:sldLayout xmlns:p="http://schemas.openxmlformats.org/presentationml/2006/main" showMasterSp="0" matchingName="Light Title and Body">
  <p:cSld name="Custom Layout 1_1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5" name="Google Shape;98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92c82d8514a1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68" y="-41850"/>
            <a:ext cx="9204936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7">
            <a:extLst xmlns:a="http://schemas.openxmlformats.org/drawingml/2006/main">
              <a:ext uri="{FF2B5EF4-FFF2-40B4-BE49-F238E27FC236}">
                <a16:creationId xmlns:a16="http://schemas.microsoft.com/office/drawing/2014/main" id="{CE0DA930-CA99-4302-A88C-71DB5E25EB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00" name="Google Shape;100;p17">
            <a:extLst xmlns:a="http://schemas.openxmlformats.org/drawingml/2006/main">
              <a:ext uri="{FF2B5EF4-FFF2-40B4-BE49-F238E27FC236}">
                <a16:creationId xmlns:a16="http://schemas.microsoft.com/office/drawing/2014/main" id="{68528433-1935-4A26-9F8A-6DF7324F15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1" name="Google Shape;101;p17">
            <a:extLst xmlns:a="http://schemas.openxmlformats.org/drawingml/2006/main">
              <a:ext uri="{FF2B5EF4-FFF2-40B4-BE49-F238E27FC236}">
                <a16:creationId xmlns:a16="http://schemas.microsoft.com/office/drawing/2014/main" id="{9D1F51B4-E4AB-4B63-A4D6-D3173F74E0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4500" y="891225"/>
            <a:ext cx="8320800" cy="309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/>
        </p:txBody>
      </p:sp>
      <p:pic>
        <p:nvPicPr>
          <p:cNvPr id="109" name="Google Shape;102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37be6fa8e34f32">
            <a:alphaModFix/>
          </a:blip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427325" y="4488425"/>
            <a:ext cx="190325" cy="3327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0" name="Google Shape;103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62e8b7c8bb4711">
            <a:alphaModFix/>
          </a:blip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7319200" y="4551550"/>
            <a:ext cx="1398201" cy="20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7.xml><?xml version="1.0" encoding="utf-8"?>
<p:sldLayout xmlns:p="http://schemas.openxmlformats.org/presentationml/2006/main" showMasterSp="0" matchingName="Light Two Column">
  <p:cSld name="Custom Layout 1_1_1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3" name="Google Shape;105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8603a4b12440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68" y="-41850"/>
            <a:ext cx="9204936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6" name="Google Shape;106;p18">
            <a:extLst xmlns:a="http://schemas.openxmlformats.org/drawingml/2006/main">
              <a:ext uri="{FF2B5EF4-FFF2-40B4-BE49-F238E27FC236}">
                <a16:creationId xmlns:a16="http://schemas.microsoft.com/office/drawing/2014/main" id="{3C55AA96-0EF3-4777-92CE-1D03B6DC2D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07" name="Google Shape;107;p18">
            <a:extLst xmlns:a="http://schemas.openxmlformats.org/drawingml/2006/main">
              <a:ext uri="{FF2B5EF4-FFF2-40B4-BE49-F238E27FC236}">
                <a16:creationId xmlns:a16="http://schemas.microsoft.com/office/drawing/2014/main" id="{3B483F7A-3CE8-40B8-921A-09D2047C00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18">
            <a:extLst xmlns:a="http://schemas.openxmlformats.org/drawingml/2006/main">
              <a:ext uri="{FF2B5EF4-FFF2-40B4-BE49-F238E27FC236}">
                <a16:creationId xmlns:a16="http://schemas.microsoft.com/office/drawing/2014/main" id="{7982890B-9BAD-4942-962B-B07873E6A6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6600" y="925575"/>
            <a:ext cx="3877500" cy="33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/>
        </p:txBody>
      </p:sp>
      <p:sp>
        <p:nvSpPr>
          <p:cNvPr id="109" name="Google Shape;109;p18">
            <a:extLst xmlns:a="http://schemas.openxmlformats.org/drawingml/2006/main">
              <a:ext uri="{FF2B5EF4-FFF2-40B4-BE49-F238E27FC236}">
                <a16:creationId xmlns:a16="http://schemas.microsoft.com/office/drawing/2014/main" id="{AA8F3C52-DDD2-4E8C-B5DF-18662D9548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9775" y="925563"/>
            <a:ext cx="3877500" cy="334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/>
        </p:txBody>
      </p:sp>
      <p:pic>
        <p:nvPicPr>
          <p:cNvPr id="118" name="Google Shape;110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ff57d25a3c4dc7">
            <a:alphaModFix/>
          </a:blip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427325" y="4488425"/>
            <a:ext cx="190325" cy="3327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9" name="Google Shape;111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9dc707d4d74f62">
            <a:alphaModFix/>
          </a:blip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7319200" y="4551550"/>
            <a:ext cx="1398201" cy="20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8.xml><?xml version="1.0" encoding="utf-8"?>
<p:sldLayout xmlns:p="http://schemas.openxmlformats.org/presentationml/2006/main" showMasterSp="0" matchingName="Light Image Right">
  <p:cSld name="Custom Layout 1_1_1_1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1" name="Google Shape;113;p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728d1b1be4c7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68" y="-41850"/>
            <a:ext cx="9204936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4" name="Google Shape;114;p19">
            <a:extLst xmlns:a="http://schemas.openxmlformats.org/drawingml/2006/main">
              <a:ext uri="{FF2B5EF4-FFF2-40B4-BE49-F238E27FC236}">
                <a16:creationId xmlns:a16="http://schemas.microsoft.com/office/drawing/2014/main" id="{826672EE-2CBB-4121-88EB-AE35A0EA11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9">
            <a:extLst xmlns:a="http://schemas.openxmlformats.org/drawingml/2006/main">
              <a:ext uri="{FF2B5EF4-FFF2-40B4-BE49-F238E27FC236}">
                <a16:creationId xmlns:a16="http://schemas.microsoft.com/office/drawing/2014/main" id="{0BBF1B2E-7B47-4169-8DB3-38CB7124A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16" name="Google Shape;116;p19">
            <a:extLst xmlns:a="http://schemas.openxmlformats.org/drawingml/2006/main">
              <a:ext uri="{FF2B5EF4-FFF2-40B4-BE49-F238E27FC236}">
                <a16:creationId xmlns:a16="http://schemas.microsoft.com/office/drawing/2014/main" id="{64B21662-8ED0-48F9-971A-2E448F38FC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6600" y="925575"/>
            <a:ext cx="3877500" cy="33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/>
        </p:txBody>
      </p:sp>
      <p:sp>
        <p:nvSpPr>
          <p:cNvPr id="117" name="Google Shape;117;p19">
            <a:extLst xmlns:a="http://schemas.openxmlformats.org/drawingml/2006/main">
              <a:ext uri="{FF2B5EF4-FFF2-40B4-BE49-F238E27FC236}">
                <a16:creationId xmlns:a16="http://schemas.microsoft.com/office/drawing/2014/main" id="{A8619075-512D-4EE7-A41A-850391A2015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936975" y="918225"/>
            <a:ext cx="3780300" cy="336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pic>
        <p:nvPicPr>
          <p:cNvPr id="126" name="Google Shape;118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5a7d3aa5234e4b">
            <a:alphaModFix/>
          </a:blip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427325" y="4488425"/>
            <a:ext cx="190325" cy="3327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7" name="Google Shape;119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d4b9911327d47ed">
            <a:alphaModFix/>
          </a:blip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7319200" y="4551550"/>
            <a:ext cx="1398201" cy="20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showMasterSp="0" matchingName="Light Image Left">
  <p:cSld name="Custom Layout 1_1_1_1_1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9" name="Google Shape;121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81ecfcdb047f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68" y="-41850"/>
            <a:ext cx="9204936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2" name="Google Shape;122;p20">
            <a:extLst xmlns:a="http://schemas.openxmlformats.org/drawingml/2006/main">
              <a:ext uri="{FF2B5EF4-FFF2-40B4-BE49-F238E27FC236}">
                <a16:creationId xmlns:a16="http://schemas.microsoft.com/office/drawing/2014/main" id="{7CA6D82F-9E5F-44FF-BE98-B8E0A01DA6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23" name="Google Shape;123;p20">
            <a:extLst xmlns:a="http://schemas.openxmlformats.org/drawingml/2006/main">
              <a:ext uri="{FF2B5EF4-FFF2-40B4-BE49-F238E27FC236}">
                <a16:creationId xmlns:a16="http://schemas.microsoft.com/office/drawing/2014/main" id="{D3031915-710D-4C9A-BEEB-A5E012C7DE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24" name="Google Shape;124;p20">
            <a:extLst xmlns:a="http://schemas.openxmlformats.org/drawingml/2006/main">
              <a:ext uri="{FF2B5EF4-FFF2-40B4-BE49-F238E27FC236}">
                <a16:creationId xmlns:a16="http://schemas.microsoft.com/office/drawing/2014/main" id="{6C9202B5-DE46-45F9-A758-C6972C422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39775" y="925563"/>
            <a:ext cx="3877500" cy="334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/>
        </p:txBody>
      </p:sp>
      <p:sp>
        <p:nvSpPr>
          <p:cNvPr id="125" name="Google Shape;125;p20">
            <a:extLst xmlns:a="http://schemas.openxmlformats.org/drawingml/2006/main">
              <a:ext uri="{FF2B5EF4-FFF2-40B4-BE49-F238E27FC236}">
                <a16:creationId xmlns:a16="http://schemas.microsoft.com/office/drawing/2014/main" id="{D750176A-4E14-4BB4-9540-8F4F0AA1E61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9375" y="918225"/>
            <a:ext cx="3780300" cy="336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pic>
        <p:nvPicPr>
          <p:cNvPr id="134" name="Google Shape;126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6ab46832654444">
            <a:alphaModFix/>
          </a:blip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427325" y="4488425"/>
            <a:ext cx="190325" cy="3327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5" name="Google Shape;127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2c447d43cc641bd">
            <a:alphaModFix/>
          </a:blip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7319200" y="4551550"/>
            <a:ext cx="1398201" cy="20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0.xml><?xml version="1.0" encoding="utf-8"?>
<p:sldLayout xmlns:p="http://schemas.openxmlformats.org/presentationml/2006/main" matchingName="Light Blank">
  <p:cSld name="headline_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29;p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ab98ea304417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60" y="-41850"/>
            <a:ext cx="9204920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0" name="Google Shape;130;p21">
            <a:extLst xmlns:a="http://schemas.openxmlformats.org/drawingml/2006/main">
              <a:ext uri="{FF2B5EF4-FFF2-40B4-BE49-F238E27FC236}">
                <a16:creationId xmlns:a16="http://schemas.microsoft.com/office/drawing/2014/main" id="{27273628-C564-43D3-8E5A-FF491ABCFC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f0f2ecf28d454a7d" /><Relationship Type="http://schemas.openxmlformats.org/officeDocument/2006/relationships/theme" Target="/ppt/slideMasters/theme/theme2.xml" Id="R6f3b9895ed1d4bb7" /><Relationship Type="http://schemas.openxmlformats.org/officeDocument/2006/relationships/slideLayout" Target="/ppt/slideLayouts/slideLayout1.xml" Id="Rb198228e5a64491d" /><Relationship Type="http://schemas.openxmlformats.org/officeDocument/2006/relationships/slideLayout" Target="/ppt/slideLayouts/slideLayout2.xml" Id="R85fc419c50fb4e47" /><Relationship Type="http://schemas.openxmlformats.org/officeDocument/2006/relationships/slideLayout" Target="/ppt/slideLayouts/slideLayout3.xml" Id="R2559a98a7c0f4949" /><Relationship Type="http://schemas.openxmlformats.org/officeDocument/2006/relationships/slideLayout" Target="/ppt/slideLayouts/slideLayout4.xml" Id="Ra9b1de7753114e47" /><Relationship Type="http://schemas.openxmlformats.org/officeDocument/2006/relationships/slideLayout" Target="/ppt/slideLayouts/slideLayout5.xml" Id="Rd31d2f878e8e4b1a" /><Relationship Type="http://schemas.openxmlformats.org/officeDocument/2006/relationships/slideLayout" Target="/ppt/slideLayouts/slideLayout6.xml" Id="Rdcb3e1ee748b47ca" /><Relationship Type="http://schemas.openxmlformats.org/officeDocument/2006/relationships/slideLayout" Target="/ppt/slideLayouts/slideLayout7.xml" Id="Rbd773bdd44384dc0" /><Relationship Type="http://schemas.openxmlformats.org/officeDocument/2006/relationships/slideLayout" Target="/ppt/slideLayouts/slideLayout8.xml" Id="Red11790cad0240f5" /><Relationship Type="http://schemas.openxmlformats.org/officeDocument/2006/relationships/slideLayout" Target="/ppt/slideLayouts/slideLayout9.xml" Id="R83ceee2fc13249bb" /><Relationship Type="http://schemas.openxmlformats.org/officeDocument/2006/relationships/slideLayout" Target="/ppt/slideLayouts/slideLayout10.xml" Id="R64766b5e070a4785" /><Relationship Type="http://schemas.openxmlformats.org/officeDocument/2006/relationships/slideLayout" Target="/ppt/slideLayouts/slideLayout11.xml" Id="Rd01ed884da454166" /><Relationship Type="http://schemas.openxmlformats.org/officeDocument/2006/relationships/slideLayout" Target="/ppt/slideLayouts/slideLayout12.xml" Id="R5c486cc8c8c048d4" /><Relationship Type="http://schemas.openxmlformats.org/officeDocument/2006/relationships/slideLayout" Target="/ppt/slideLayouts/slideLayout13.xml" Id="R2aeada6b1ddc4d60" /><Relationship Type="http://schemas.openxmlformats.org/officeDocument/2006/relationships/slideLayout" Target="/ppt/slideLayouts/slideLayout14.xml" Id="R19e1064962df4972" /><Relationship Type="http://schemas.openxmlformats.org/officeDocument/2006/relationships/slideLayout" Target="/ppt/slideLayouts/slideLayout15.xml" Id="R2c4329bc559a48f8" /><Relationship Type="http://schemas.openxmlformats.org/officeDocument/2006/relationships/slideLayout" Target="/ppt/slideLayouts/slideLayout16.xml" Id="R28d85248c6a848fe" /><Relationship Type="http://schemas.openxmlformats.org/officeDocument/2006/relationships/slideLayout" Target="/ppt/slideLayouts/slideLayout17.xml" Id="R85a42b137c4b4c0c" /><Relationship Type="http://schemas.openxmlformats.org/officeDocument/2006/relationships/slideLayout" Target="/ppt/slideLayouts/slideLayout18.xml" Id="Rd7d88ffd55154a28" /><Relationship Type="http://schemas.openxmlformats.org/officeDocument/2006/relationships/slideLayout" Target="/ppt/slideLayouts/slideLayout19.xml" Id="R68f50fff87a34ce6" /><Relationship Type="http://schemas.openxmlformats.org/officeDocument/2006/relationships/slideLayout" Target="/ppt/slideLayouts/slideLayout20.xml" Id="R9072095731dc47d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Google Shape;6;p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2ecf28d454a7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75" y="-41842"/>
            <a:ext cx="9204941" cy="5227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A30BB834-7FDC-4F34-B33E-9EFCA104DD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884174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dk1"/>
                </a:solidFill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dk1"/>
                </a:solidFill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dk1"/>
                </a:solidFill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dk1"/>
                </a:solidFill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dk1"/>
                </a:solidFill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dk1"/>
                </a:solidFill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dk1"/>
                </a:solidFill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dk1"/>
                </a:solidFill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dk1"/>
                </a:solidFill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91CD0313-5691-4CDE-A244-F2A44E40641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1pPr>
            <a:lvl2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2pPr>
            <a:lvl3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3pPr>
            <a:lvl4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4pPr>
            <a:lvl5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5pPr>
            <a:lvl6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6pPr>
            <a:lvl7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7pPr>
            <a:lvl8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8pPr>
            <a:lvl9pPr marL="0" marR="0" indent="0" algn="ctr">
              <a:spcBef>
                <a:spcPts val="0"/>
              </a:spcBef>
              <a:buNone/>
              <a:def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6287290D-31EA-4985-BC88-7CE88EFBF0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>
                <a:latin typeface="Inter"/>
                <a:ea typeface="Inter"/>
                <a:cs typeface="Inter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>
                <a:latin typeface="Inter"/>
                <a:ea typeface="Inter"/>
                <a:cs typeface="Inter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>
                <a:latin typeface="Inter"/>
                <a:ea typeface="Inter"/>
                <a:cs typeface="Inter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>
                <a:latin typeface="Inter"/>
                <a:ea typeface="Inter"/>
                <a:cs typeface="Inter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>
                <a:latin typeface="Inter"/>
                <a:ea typeface="Inter"/>
                <a:cs typeface="Inter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>
                <a:latin typeface="Inter"/>
                <a:ea typeface="Inter"/>
                <a:cs typeface="Inter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>
                <a:latin typeface="Inter"/>
                <a:ea typeface="Inter"/>
                <a:cs typeface="Inter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74D9CD3B-7D99-4696-8265-B1785C1EFF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6600" y="1178975"/>
            <a:ext cx="8320800" cy="309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/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BB273F8A-5BCD-4408-AD0C-6B8BE635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000" y="1178975"/>
            <a:ext cx="1908900" cy="2582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</a:endParaRPr>
          </a:p>
        </p:txBody>
      </p:sp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C9215315-CAA6-4FB9-9B96-6C40E1B3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975" y="3915850"/>
            <a:ext cx="1936800" cy="7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98228e5a64491d"/>
    <p:sldLayoutId xmlns:r="http://schemas.openxmlformats.org/officeDocument/2006/relationships" id="2147483650" r:id="R85fc419c50fb4e47"/>
    <p:sldLayoutId xmlns:r="http://schemas.openxmlformats.org/officeDocument/2006/relationships" id="2147483651" r:id="R2559a98a7c0f4949"/>
    <p:sldLayoutId xmlns:r="http://schemas.openxmlformats.org/officeDocument/2006/relationships" id="2147483652" r:id="Ra9b1de7753114e47"/>
    <p:sldLayoutId xmlns:r="http://schemas.openxmlformats.org/officeDocument/2006/relationships" id="2147483653" r:id="Rd31d2f878e8e4b1a"/>
    <p:sldLayoutId xmlns:r="http://schemas.openxmlformats.org/officeDocument/2006/relationships" id="2147483654" r:id="Rdcb3e1ee748b47ca"/>
    <p:sldLayoutId xmlns:r="http://schemas.openxmlformats.org/officeDocument/2006/relationships" id="2147483655" r:id="Rbd773bdd44384dc0"/>
    <p:sldLayoutId xmlns:r="http://schemas.openxmlformats.org/officeDocument/2006/relationships" id="2147483656" r:id="Red11790cad0240f5"/>
    <p:sldLayoutId xmlns:r="http://schemas.openxmlformats.org/officeDocument/2006/relationships" id="2147483657" r:id="R83ceee2fc13249bb"/>
    <p:sldLayoutId xmlns:r="http://schemas.openxmlformats.org/officeDocument/2006/relationships" id="2147483658" r:id="R64766b5e070a4785"/>
    <p:sldLayoutId xmlns:r="http://schemas.openxmlformats.org/officeDocument/2006/relationships" id="2147483659" r:id="Rd01ed884da454166"/>
    <p:sldLayoutId xmlns:r="http://schemas.openxmlformats.org/officeDocument/2006/relationships" id="2147483660" r:id="R5c486cc8c8c048d4"/>
    <p:sldLayoutId xmlns:r="http://schemas.openxmlformats.org/officeDocument/2006/relationships" id="2147483661" r:id="R2aeada6b1ddc4d60"/>
    <p:sldLayoutId xmlns:r="http://schemas.openxmlformats.org/officeDocument/2006/relationships" id="2147483662" r:id="R19e1064962df4972"/>
    <p:sldLayoutId xmlns:r="http://schemas.openxmlformats.org/officeDocument/2006/relationships" id="2147483663" r:id="R2c4329bc559a48f8"/>
    <p:sldLayoutId xmlns:r="http://schemas.openxmlformats.org/officeDocument/2006/relationships" id="2147483664" r:id="R28d85248c6a848fe"/>
    <p:sldLayoutId xmlns:r="http://schemas.openxmlformats.org/officeDocument/2006/relationships" id="2147483665" r:id="R85a42b137c4b4c0c"/>
    <p:sldLayoutId xmlns:r="http://schemas.openxmlformats.org/officeDocument/2006/relationships" id="2147483666" r:id="Rd7d88ffd55154a28"/>
    <p:sldLayoutId xmlns:r="http://schemas.openxmlformats.org/officeDocument/2006/relationships" id="2147483667" r:id="R68f50fff87a34ce6"/>
    <p:sldLayoutId xmlns:r="http://schemas.openxmlformats.org/officeDocument/2006/relationships" id="2147483668" r:id="R9072095731dc47d0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Team1">
  <a:themeElements>
    <a:clrScheme name="Office">
      <a:dk1>
        <a:srgbClr val="000000"/>
      </a:dk1>
      <a:lt1>
        <a:srgbClr val="FFFFFF"/>
      </a:lt1>
      <a:dk2>
        <a:srgbClr val="161618"/>
      </a:dk2>
      <a:lt2>
        <a:srgbClr val="F5F5F9"/>
      </a:lt2>
      <a:accent1>
        <a:srgbClr val="F5384B"/>
      </a:accent1>
      <a:accent2>
        <a:srgbClr val="3055B3"/>
      </a:accent2>
      <a:accent3>
        <a:srgbClr val="348BFF"/>
      </a:accent3>
      <a:accent4>
        <a:srgbClr val="000000"/>
      </a:accent4>
      <a:accent5>
        <a:srgbClr val="161618"/>
      </a:accent5>
      <a:accent6>
        <a:srgbClr val="F5F5F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0e30c3cd04566" /><Relationship Type="http://schemas.openxmlformats.org/officeDocument/2006/relationships/image" Target="/ppt/media/image9.png" Id="R5cccb291bf05429f" /><Relationship Type="http://schemas.openxmlformats.org/officeDocument/2006/relationships/notesSlide" Target="/ppt/notesSlides/notesSlide1.xml" Id="R819af0943d2340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6497dc4f7a4064" /><Relationship Type="http://schemas.openxmlformats.org/officeDocument/2006/relationships/notesSlide" Target="/ppt/notesSlides/notesSlide2.xml" Id="R71cce8c602ba43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8605b626054263" /><Relationship Type="http://schemas.openxmlformats.org/officeDocument/2006/relationships/notesSlide" Target="/ppt/notesSlides/notesSlide3.xml" Id="Rbbf7dbfe2b3541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27513dd2d1845fa" /><Relationship Type="http://schemas.openxmlformats.org/officeDocument/2006/relationships/notesSlide" Target="/ppt/notesSlides/notesSlide4.xml" Id="R45a374f7ab6d48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af2925cca864bdc" /><Relationship Type="http://schemas.openxmlformats.org/officeDocument/2006/relationships/notesSlide" Target="/ppt/notesSlides/notesSlide5.xml" Id="Rb78a1495dc7d47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ef34ee860f479d" /><Relationship Type="http://schemas.openxmlformats.org/officeDocument/2006/relationships/notesSlide" Target="/ppt/notesSlides/notesSlide6.xml" Id="R9a648691af0c40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1459b56daf45c8" /><Relationship Type="http://schemas.openxmlformats.org/officeDocument/2006/relationships/image" Target="/ppt/media/image10.png" Id="R05a7b003b6f145c7" /><Relationship Type="http://schemas.openxmlformats.org/officeDocument/2006/relationships/notesSlide" Target="/ppt/notesSlides/notesSlide7.xml" Id="Rd13f404fa09847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947d2ff88de48dc" /><Relationship Type="http://schemas.openxmlformats.org/officeDocument/2006/relationships/image" Target="/ppt/media/image11.png" Id="R206c689ea88245f5" /><Relationship Type="http://schemas.openxmlformats.org/officeDocument/2006/relationships/notesSlide" Target="/ppt/notesSlides/notesSlide8.xml" Id="R325d804df62e42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495207100b34f34" /><Relationship Type="http://schemas.openxmlformats.org/officeDocument/2006/relationships/image" Target="/ppt/media/image11.png" Id="Rff8ad7917d394f78" /><Relationship Type="http://schemas.openxmlformats.org/officeDocument/2006/relationships/notesSlide" Target="/ppt/notesSlides/notesSlide9.xml" Id="R15d589c4edca42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089bc57acc446d1" /><Relationship Type="http://schemas.openxmlformats.org/officeDocument/2006/relationships/image" Target="/ppt/media/image11.png" Id="R508ee50e1e9d4aa8" /><Relationship Type="http://schemas.openxmlformats.org/officeDocument/2006/relationships/notesSlide" Target="/ppt/notesSlides/notesSlide10.xml" Id="R11e77de878324d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08198cf73c34c6d" /><Relationship Type="http://schemas.openxmlformats.org/officeDocument/2006/relationships/image" Target="/ppt/media/image10.png" Id="Radee68c845374774" /><Relationship Type="http://schemas.openxmlformats.org/officeDocument/2006/relationships/notesSlide" Target="/ppt/notesSlides/notesSlide11.xml" Id="R79d54da839b74f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b555185bfa466e" /><Relationship Type="http://schemas.openxmlformats.org/officeDocument/2006/relationships/image" Target="/ppt/media/image12.png" Id="R5d4d84ba401f482d" /><Relationship Type="http://schemas.openxmlformats.org/officeDocument/2006/relationships/notesSlide" Target="/ppt/notesSlides/notesSlide12.xml" Id="Rfda71e3e0c2745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92145fab5e54d78" /><Relationship Type="http://schemas.openxmlformats.org/officeDocument/2006/relationships/image" Target="/ppt/media/image10.png" Id="R6ec40c56836e41fc" /><Relationship Type="http://schemas.openxmlformats.org/officeDocument/2006/relationships/notesSlide" Target="/ppt/notesSlides/notesSlide13.xml" Id="R1669808eced14e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f8b43f69e1c485a" /><Relationship Type="http://schemas.openxmlformats.org/officeDocument/2006/relationships/image" Target="/ppt/media/image12.png" Id="R393b2d0d15204e90" /><Relationship Type="http://schemas.openxmlformats.org/officeDocument/2006/relationships/notesSlide" Target="/ppt/notesSlides/notesSlide14.xml" Id="R7f52fd3b7e1943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2314f9eab314c3a" /><Relationship Type="http://schemas.openxmlformats.org/officeDocument/2006/relationships/image" Target="/ppt/media/image10.png" Id="R38df08158e7241c7" /><Relationship Type="http://schemas.openxmlformats.org/officeDocument/2006/relationships/notesSlide" Target="/ppt/notesSlides/notesSlide15.xml" Id="Rb65507c5513944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ccffe83e6984102" /><Relationship Type="http://schemas.openxmlformats.org/officeDocument/2006/relationships/notesSlide" Target="/ppt/notesSlides/notesSlide16.xml" Id="Ra9b53833d0634b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4f3e468002b4e23" /><Relationship Type="http://schemas.openxmlformats.org/officeDocument/2006/relationships/notesSlide" Target="/ppt/notesSlides/notesSlide17.xml" Id="Ra0dd0fa1588746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ac1ec28171747bd" /><Relationship Type="http://schemas.openxmlformats.org/officeDocument/2006/relationships/notesSlide" Target="/ppt/notesSlides/notesSlide18.xml" Id="R3271c24856124fd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0dbb2fcd8324c3b" /><Relationship Type="http://schemas.openxmlformats.org/officeDocument/2006/relationships/notesSlide" Target="/ppt/notesSlides/notesSlide19.xml" Id="Rc3e363864f9e44e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628302930ef043fa" /><Relationship Type="http://schemas.openxmlformats.org/officeDocument/2006/relationships/notesSlide" Target="/ppt/notesSlides/notesSlide20.xml" Id="Re2b8d31f26274ec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fc9a7b4e1d44292" /><Relationship Type="http://schemas.openxmlformats.org/officeDocument/2006/relationships/image" Target="/ppt/media/image13.png" Id="R9844e9dfee604215" /><Relationship Type="http://schemas.openxmlformats.org/officeDocument/2006/relationships/notesSlide" Target="/ppt/notesSlides/notesSlide21.xml" Id="Ra176f7e42eef4c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72deebcc13e4383" /><Relationship Type="http://schemas.openxmlformats.org/officeDocument/2006/relationships/notesSlide" Target="/ppt/notesSlides/notesSlide22.xml" Id="R4b2355b268e243d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5da561d1fbb402f" /><Relationship Type="http://schemas.openxmlformats.org/officeDocument/2006/relationships/notesSlide" Target="/ppt/notesSlides/notesSlide23.xml" Id="R16735ad642df487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69a7c72e3f54476a" /><Relationship Type="http://schemas.openxmlformats.org/officeDocument/2006/relationships/notesSlide" Target="/ppt/notesSlides/notesSlide24.xml" Id="Ra938ba5898804cb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cd040d73a204d7e" /><Relationship Type="http://schemas.openxmlformats.org/officeDocument/2006/relationships/notesSlide" Target="/ppt/notesSlides/notesSlide25.xml" Id="R4a7b9d8566034ad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a2fa436ec664ce2" /><Relationship Type="http://schemas.openxmlformats.org/officeDocument/2006/relationships/notesSlide" Target="/ppt/notesSlides/notesSlide26.xml" Id="Rf7be32f6376a419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8459b36d59a14fd0" /><Relationship Type="http://schemas.openxmlformats.org/officeDocument/2006/relationships/image" Target="/ppt/media/image12.png" Id="R81c144bdd10d4549" /><Relationship Type="http://schemas.openxmlformats.org/officeDocument/2006/relationships/notesSlide" Target="/ppt/notesSlides/notesSlide27.xml" Id="R8e816367166b4b9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2564220781d4570" /><Relationship Type="http://schemas.openxmlformats.org/officeDocument/2006/relationships/image" Target="/ppt/media/image11.png" Id="Ra86587a29deb4dc4" /><Relationship Type="http://schemas.openxmlformats.org/officeDocument/2006/relationships/notesSlide" Target="/ppt/notesSlides/notesSlide28.xml" Id="R77f070ea754e483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84c257c7baa46e3" /><Relationship Type="http://schemas.openxmlformats.org/officeDocument/2006/relationships/image" Target="/ppt/media/image11.png" Id="R03ee9196c9524341" /><Relationship Type="http://schemas.openxmlformats.org/officeDocument/2006/relationships/notesSlide" Target="/ppt/notesSlides/notesSlide29.xml" Id="R3bf4173e6800455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9927dc54726642ec" /><Relationship Type="http://schemas.openxmlformats.org/officeDocument/2006/relationships/image" Target="/ppt/media/image11.png" Id="Ra7b0133ff9fc4d3c" /><Relationship Type="http://schemas.openxmlformats.org/officeDocument/2006/relationships/notesSlide" Target="/ppt/notesSlides/notesSlide30.xml" Id="Rf078c7ab376640e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10bbc58c9f8d4ca4" /><Relationship Type="http://schemas.openxmlformats.org/officeDocument/2006/relationships/image" Target="/ppt/media/image11.png" Id="R669e4f32ce4941a6" /><Relationship Type="http://schemas.openxmlformats.org/officeDocument/2006/relationships/notesSlide" Target="/ppt/notesSlides/notesSlide31.xml" Id="Rc513e8ad356f409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ca202f348a6640e3" /><Relationship Type="http://schemas.openxmlformats.org/officeDocument/2006/relationships/image" Target="/ppt/media/image12.png" Id="Rcc66b792a0804022" /><Relationship Type="http://schemas.openxmlformats.org/officeDocument/2006/relationships/notesSlide" Target="/ppt/notesSlides/notesSlide32.xml" Id="R85af6e28b40d454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38280ea6fe54904" /><Relationship Type="http://schemas.openxmlformats.org/officeDocument/2006/relationships/image" Target="/ppt/media/image12.png" Id="R257ff0d99c034be1" /><Relationship Type="http://schemas.openxmlformats.org/officeDocument/2006/relationships/notesSlide" Target="/ppt/notesSlides/notesSlide33.xml" Id="Rd7b7bd2bb2e0414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1c65568dab54c00" /><Relationship Type="http://schemas.openxmlformats.org/officeDocument/2006/relationships/image" Target="/ppt/media/image12.png" Id="Re8e52bd84b9147ec" /><Relationship Type="http://schemas.openxmlformats.org/officeDocument/2006/relationships/notesSlide" Target="/ppt/notesSlides/notesSlide34.xml" Id="Re1ea2ead3b454c9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281d16281d14efb" /><Relationship Type="http://schemas.openxmlformats.org/officeDocument/2006/relationships/image" Target="/ppt/media/image12.png" Id="R934936bf81074dd7" /><Relationship Type="http://schemas.openxmlformats.org/officeDocument/2006/relationships/notesSlide" Target="/ppt/notesSlides/notesSlide35.xml" Id="R4a3814bdbb3f4b2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71937023bd742d6" /><Relationship Type="http://schemas.openxmlformats.org/officeDocument/2006/relationships/notesSlide" Target="/ppt/notesSlides/notesSlide36.xml" Id="Rfe5d1bfa99714a2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65def761a054cc8" /><Relationship Type="http://schemas.openxmlformats.org/officeDocument/2006/relationships/notesSlide" Target="/ppt/notesSlides/notesSlide37.xml" Id="Raa17bba377c841f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fe7c9be209d4a47" /><Relationship Type="http://schemas.openxmlformats.org/officeDocument/2006/relationships/notesSlide" Target="/ppt/notesSlides/notesSlide38.xml" Id="Rabf7a6996251456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04805a0c77048ee" /><Relationship Type="http://schemas.openxmlformats.org/officeDocument/2006/relationships/notesSlide" Target="/ppt/notesSlides/notesSlide39.xml" Id="R99d7308698774f6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13f49b2346eb47cc" /><Relationship Type="http://schemas.openxmlformats.org/officeDocument/2006/relationships/notesSlide" Target="/ppt/notesSlides/notesSlide40.xml" Id="R74e34982e56c4bd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Google Shape;135;p22">
            <a:extLst xmlns:a="http://schemas.openxmlformats.org/drawingml/2006/main">
              <a:ext uri="{FF2B5EF4-FFF2-40B4-BE49-F238E27FC236}">
                <a16:creationId xmlns:a16="http://schemas.microsoft.com/office/drawing/2014/main" id="{880BFE73-EB3C-4B76-B4DB-5301765EEB9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95900" y="2483888"/>
            <a:ext cx="8152200" cy="13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Kanit Medium"/>
              <a:ea typeface="Kanit Medium"/>
              <a:cs typeface="Kanit Medium"/>
            </a:endParaRPr>
          </a:p>
        </p:txBody>
      </p:sp>
      <p:pic>
        <p:nvPicPr>
          <p:cNvPr id="138" name="Google Shape;136;p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cb291bf05429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29351" y="1281714"/>
            <a:ext cx="2485299" cy="69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4139077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Google Shape;141;p23">
            <a:extLst xmlns:a="http://schemas.openxmlformats.org/drawingml/2006/main">
              <a:ext uri="{FF2B5EF4-FFF2-40B4-BE49-F238E27FC236}">
                <a16:creationId xmlns:a16="http://schemas.microsoft.com/office/drawing/2014/main" id="{54E0A18F-8BAA-4CF4-B12C-70D65020D8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3">
            <a:extLst xmlns:a="http://schemas.openxmlformats.org/drawingml/2006/main">
              <a:ext uri="{FF2B5EF4-FFF2-40B4-BE49-F238E27FC236}">
                <a16:creationId xmlns:a16="http://schemas.microsoft.com/office/drawing/2014/main" id="{01EC7BB3-7135-4F0B-AD29-1E6C9CE478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FFAC5A04-231D-46F3-BEB1-6E751392A2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6600" y="1178975"/>
            <a:ext cx="8320800" cy="309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09289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Google Shape;148;p24">
            <a:extLst xmlns:a="http://schemas.openxmlformats.org/drawingml/2006/main">
              <a:ext uri="{FF2B5EF4-FFF2-40B4-BE49-F238E27FC236}">
                <a16:creationId xmlns:a16="http://schemas.microsoft.com/office/drawing/2014/main" id="{76F7316E-50A9-49CB-9B5D-2518BDA0E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>
            <a:extLst xmlns:a="http://schemas.openxmlformats.org/drawingml/2006/main">
              <a:ext uri="{FF2B5EF4-FFF2-40B4-BE49-F238E27FC236}">
                <a16:creationId xmlns:a16="http://schemas.microsoft.com/office/drawing/2014/main" id="{FBAF5535-5BE0-41F5-9FF9-D0B58C03C8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50" name="Google Shape;150;p24">
            <a:extLst xmlns:a="http://schemas.openxmlformats.org/drawingml/2006/main">
              <a:ext uri="{FF2B5EF4-FFF2-40B4-BE49-F238E27FC236}">
                <a16:creationId xmlns:a16="http://schemas.microsoft.com/office/drawing/2014/main" id="{BCD6067E-290E-429A-8553-677B6F2E22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6600" y="925575"/>
            <a:ext cx="3877500" cy="334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4">
            <a:extLst xmlns:a="http://schemas.openxmlformats.org/drawingml/2006/main">
              <a:ext uri="{FF2B5EF4-FFF2-40B4-BE49-F238E27FC236}">
                <a16:creationId xmlns:a16="http://schemas.microsoft.com/office/drawing/2014/main" id="{E300A197-8840-49CC-9284-62023E9285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9775" y="925563"/>
            <a:ext cx="3877500" cy="334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41363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B1E52F16-F4E4-4824-B41A-10EAE1A47F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5">
            <a:extLst xmlns:a="http://schemas.openxmlformats.org/drawingml/2006/main">
              <a:ext uri="{FF2B5EF4-FFF2-40B4-BE49-F238E27FC236}">
                <a16:creationId xmlns:a16="http://schemas.microsoft.com/office/drawing/2014/main" id="{A9E82A8D-353A-4C4F-ACE4-4818C3A040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58" name="Google Shape;158;p25">
            <a:extLst xmlns:a="http://schemas.openxmlformats.org/drawingml/2006/main">
              <a:ext uri="{FF2B5EF4-FFF2-40B4-BE49-F238E27FC236}">
                <a16:creationId xmlns:a16="http://schemas.microsoft.com/office/drawing/2014/main" id="{D2123AF9-A05F-4BB2-978C-5C5EB6917F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39775" y="925563"/>
            <a:ext cx="3877500" cy="334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5">
            <a:extLst xmlns:a="http://schemas.openxmlformats.org/drawingml/2006/main">
              <a:ext uri="{FF2B5EF4-FFF2-40B4-BE49-F238E27FC236}">
                <a16:creationId xmlns:a16="http://schemas.microsoft.com/office/drawing/2014/main" id="{E0CB7C02-A9A7-4BD2-AA2F-5C4452BA449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9375" y="918225"/>
            <a:ext cx="3780300" cy="3364500"/>
          </a:xfrm>
          <a:prstGeom xmlns:a="http://schemas.openxmlformats.org/drawingml/2006/main"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10256825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Google Shape;164;p26">
            <a:extLst xmlns:a="http://schemas.openxmlformats.org/drawingml/2006/main">
              <a:ext uri="{FF2B5EF4-FFF2-40B4-BE49-F238E27FC236}">
                <a16:creationId xmlns:a16="http://schemas.microsoft.com/office/drawing/2014/main" id="{EF5FF8E2-AE4F-4DC4-B1C4-FA26FF3C5C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6">
            <a:extLst xmlns:a="http://schemas.openxmlformats.org/drawingml/2006/main">
              <a:ext uri="{FF2B5EF4-FFF2-40B4-BE49-F238E27FC236}">
                <a16:creationId xmlns:a16="http://schemas.microsoft.com/office/drawing/2014/main" id="{B3F04D5C-6DA6-4BF3-89FA-A5F168B011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66" name="Google Shape;166;p26">
            <a:extLst xmlns:a="http://schemas.openxmlformats.org/drawingml/2006/main">
              <a:ext uri="{FF2B5EF4-FFF2-40B4-BE49-F238E27FC236}">
                <a16:creationId xmlns:a16="http://schemas.microsoft.com/office/drawing/2014/main" id="{9EF0116F-39FF-49E0-B612-A155C12D46B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936975" y="918225"/>
            <a:ext cx="3780300" cy="3364500"/>
          </a:xfrm>
          <a:prstGeom xmlns:a="http://schemas.openxmlformats.org/drawingml/2006/main" prst="rect">
            <a:avLst/>
          </a:prstGeom>
        </p:spPr>
      </p:sp>
      <p:sp>
        <p:nvSpPr>
          <p:cNvPr id="167" name="Google Shape;167;p26">
            <a:extLst xmlns:a="http://schemas.openxmlformats.org/drawingml/2006/main">
              <a:ext uri="{FF2B5EF4-FFF2-40B4-BE49-F238E27FC236}">
                <a16:creationId xmlns:a16="http://schemas.microsoft.com/office/drawing/2014/main" id="{583393CF-BF2B-4084-A332-10B423DDEA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6600" y="925575"/>
            <a:ext cx="3877500" cy="334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402384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Google Shape;172;p27">
            <a:extLst xmlns:a="http://schemas.openxmlformats.org/drawingml/2006/main">
              <a:ext uri="{FF2B5EF4-FFF2-40B4-BE49-F238E27FC236}">
                <a16:creationId xmlns:a16="http://schemas.microsoft.com/office/drawing/2014/main" id="{A00469F0-2379-4632-B85B-2B5735C9EC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73" name="Google Shape;173;p27">
            <a:extLst xmlns:a="http://schemas.openxmlformats.org/drawingml/2006/main">
              <a:ext uri="{FF2B5EF4-FFF2-40B4-BE49-F238E27FC236}">
                <a16:creationId xmlns:a16="http://schemas.microsoft.com/office/drawing/2014/main" id="{A007BD18-FEA3-4779-A9DF-08E606B1509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95975" y="1623925"/>
            <a:ext cx="8152200" cy="13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7">
            <a:extLst xmlns:a="http://schemas.openxmlformats.org/drawingml/2006/main">
              <a:ext uri="{FF2B5EF4-FFF2-40B4-BE49-F238E27FC236}">
                <a16:creationId xmlns:a16="http://schemas.microsoft.com/office/drawing/2014/main" id="{5CDE9055-102A-4D9E-84BE-0E4FE2931E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1550" y="3019050"/>
            <a:ext cx="8152200" cy="70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10994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Google Shape;179;p28">
            <a:extLst xmlns:a="http://schemas.openxmlformats.org/drawingml/2006/main">
              <a:ext uri="{FF2B5EF4-FFF2-40B4-BE49-F238E27FC236}">
                <a16:creationId xmlns:a16="http://schemas.microsoft.com/office/drawing/2014/main" id="{27524EF9-CC1B-4739-A32F-72402B58F74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600" i="0" u="non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</a:rPr>
              <a:t>‹#›</a:t>
            </a:fld>
            <a:endParaRPr sz="600" i="0" u="none" cap="none">
              <a:solidFill>
                <a:schemeClr val="lt1"/>
              </a:solidFill>
              <a:latin typeface="Inter SemiBold"/>
              <a:ea typeface="Inter SemiBold"/>
              <a:cs typeface="Inter SemiBold"/>
            </a:endParaRPr>
          </a:p>
        </p:txBody>
      </p:sp>
      <p:pic>
        <p:nvPicPr>
          <p:cNvPr id="184" name="Google Shape;180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7b003b6f145c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925" y="1292063"/>
            <a:ext cx="2576525" cy="25593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1" name="Google Shape;181;p28">
            <a:extLst xmlns:a="http://schemas.openxmlformats.org/drawingml/2006/main">
              <a:ext uri="{FF2B5EF4-FFF2-40B4-BE49-F238E27FC236}">
                <a16:creationId xmlns:a16="http://schemas.microsoft.com/office/drawing/2014/main" id="{1F8396DA-F75C-4149-BF91-A44FBB47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300" y="1620150"/>
            <a:ext cx="4225200" cy="19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rPr sz="25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Insert subject or large quote pull here</a:t>
            </a:r>
            <a:endParaRPr sz="2500" b="1" i="0" u="none" cap="none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0474663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Google Shape;186;p29">
            <a:extLst xmlns:a="http://schemas.openxmlformats.org/drawingml/2006/main">
              <a:ext uri="{FF2B5EF4-FFF2-40B4-BE49-F238E27FC236}">
                <a16:creationId xmlns:a16="http://schemas.microsoft.com/office/drawing/2014/main" id="{CDDDDC8F-1A38-4462-B687-B2439395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725" y="1771350"/>
            <a:ext cx="2512200" cy="8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2. Title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87" name="Google Shape;187;p29">
            <a:extLst xmlns:a="http://schemas.openxmlformats.org/drawingml/2006/main">
              <a:ext uri="{FF2B5EF4-FFF2-40B4-BE49-F238E27FC236}">
                <a16:creationId xmlns:a16="http://schemas.microsoft.com/office/drawing/2014/main" id="{FCDDA935-DEE2-47A0-A40D-5E32D1E8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950" y="1771350"/>
            <a:ext cx="27729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3. Title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Copy here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88" name="Google Shape;188;p29">
            <a:extLst xmlns:a="http://schemas.openxmlformats.org/drawingml/2006/main">
              <a:ext uri="{FF2B5EF4-FFF2-40B4-BE49-F238E27FC236}">
                <a16:creationId xmlns:a16="http://schemas.microsoft.com/office/drawing/2014/main" id="{A167340A-C7A4-44EB-A1E7-A4832E8E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25" y="1771350"/>
            <a:ext cx="23544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1. Title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89" name="Google Shape;189;p29">
            <a:extLst xmlns:a="http://schemas.openxmlformats.org/drawingml/2006/main">
              <a:ext uri="{FF2B5EF4-FFF2-40B4-BE49-F238E27FC236}">
                <a16:creationId xmlns:a16="http://schemas.microsoft.com/office/drawing/2014/main" id="{29061B74-5EA1-484F-A740-F813EDC9F6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10" name="Google Shape;190;p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c689ea88245f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426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1" name="Google Shape;191;p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c689ea88245f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6438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2" name="Google Shape;192;p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c689ea88245f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77463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3" name="Google Shape;193;p29">
            <a:extLst xmlns:a="http://schemas.openxmlformats.org/drawingml/2006/main">
              <a:ext uri="{FF2B5EF4-FFF2-40B4-BE49-F238E27FC236}">
                <a16:creationId xmlns:a16="http://schemas.microsoft.com/office/drawing/2014/main" id="{FECEED8D-ED6C-4C1B-AB3E-CC600F6D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725" y="3438700"/>
            <a:ext cx="2512200" cy="8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5. Title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4" name="Google Shape;194;p29">
            <a:extLst xmlns:a="http://schemas.openxmlformats.org/drawingml/2006/main">
              <a:ext uri="{FF2B5EF4-FFF2-40B4-BE49-F238E27FC236}">
                <a16:creationId xmlns:a16="http://schemas.microsoft.com/office/drawing/2014/main" id="{1524E8E5-81FB-4187-9011-223EE2E9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950" y="3438700"/>
            <a:ext cx="27729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6. Title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Copy here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5" name="Google Shape;195;p29">
            <a:extLst xmlns:a="http://schemas.openxmlformats.org/drawingml/2006/main">
              <a:ext uri="{FF2B5EF4-FFF2-40B4-BE49-F238E27FC236}">
                <a16:creationId xmlns:a16="http://schemas.microsoft.com/office/drawing/2014/main" id="{CD814BAA-8DF7-4031-84F8-179F401F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25" y="3438700"/>
            <a:ext cx="23544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4. Title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6" name="Google Shape;196;p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c689ea88245f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426" y="278760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7" name="Google Shape;197;p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c689ea88245f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6438" y="278760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8" name="Google Shape;198;p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c689ea88245f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77463" y="278760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9" name="Google Shape;199;p29">
            <a:extLst xmlns:a="http://schemas.openxmlformats.org/drawingml/2006/main">
              <a:ext uri="{FF2B5EF4-FFF2-40B4-BE49-F238E27FC236}">
                <a16:creationId xmlns:a16="http://schemas.microsoft.com/office/drawing/2014/main" id="{2C70C1D7-A67D-4EDF-9EF2-853B5ACD70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09740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4" name="Google Shape;204;p30">
            <a:extLst xmlns:a="http://schemas.openxmlformats.org/drawingml/2006/main">
              <a:ext uri="{FF2B5EF4-FFF2-40B4-BE49-F238E27FC236}">
                <a16:creationId xmlns:a16="http://schemas.microsoft.com/office/drawing/2014/main" id="{C509902D-A1BF-445C-9DBF-4B4382A166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05" name="Google Shape;205;p30">
            <a:extLst xmlns:a="http://schemas.openxmlformats.org/drawingml/2006/main">
              <a:ext uri="{FF2B5EF4-FFF2-40B4-BE49-F238E27FC236}">
                <a16:creationId xmlns:a16="http://schemas.microsoft.com/office/drawing/2014/main" id="{FC3FB5B4-8625-4666-A6C5-35E40C00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725" y="1771350"/>
            <a:ext cx="2512200" cy="8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2.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6" name="Google Shape;206;p30">
            <a:extLst xmlns:a="http://schemas.openxmlformats.org/drawingml/2006/main">
              <a:ext uri="{FF2B5EF4-FFF2-40B4-BE49-F238E27FC236}">
                <a16:creationId xmlns:a16="http://schemas.microsoft.com/office/drawing/2014/main" id="{5C13D699-2AD4-4E14-875E-BF8B58B7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950" y="1771350"/>
            <a:ext cx="27729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3.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8" name="Google Shape;207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ad7917d394f7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426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9" name="Google Shape;208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ad7917d394f7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6438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0" name="Google Shape;209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ad7917d394f7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77463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0" name="Google Shape;210;p30">
            <a:extLst xmlns:a="http://schemas.openxmlformats.org/drawingml/2006/main">
              <a:ext uri="{FF2B5EF4-FFF2-40B4-BE49-F238E27FC236}">
                <a16:creationId xmlns:a16="http://schemas.microsoft.com/office/drawing/2014/main" id="{0DED53F5-A0A7-4D33-87EE-4B391CB3CD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0">
            <a:extLst xmlns:a="http://schemas.openxmlformats.org/drawingml/2006/main">
              <a:ext uri="{FF2B5EF4-FFF2-40B4-BE49-F238E27FC236}">
                <a16:creationId xmlns:a16="http://schemas.microsoft.com/office/drawing/2014/main" id="{22CC5581-FD46-43AE-BC72-7BCEC1DE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25" y="1848300"/>
            <a:ext cx="23544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1.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8761355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6" name="Google Shape;216;p31">
            <a:extLst xmlns:a="http://schemas.openxmlformats.org/drawingml/2006/main">
              <a:ext uri="{FF2B5EF4-FFF2-40B4-BE49-F238E27FC236}">
                <a16:creationId xmlns:a16="http://schemas.microsoft.com/office/drawing/2014/main" id="{FA27F2DC-C7F7-45D4-AF88-0DC05A1C92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17" name="Google Shape;217;p31">
            <a:extLst xmlns:a="http://schemas.openxmlformats.org/drawingml/2006/main">
              <a:ext uri="{FF2B5EF4-FFF2-40B4-BE49-F238E27FC236}">
                <a16:creationId xmlns:a16="http://schemas.microsoft.com/office/drawing/2014/main" id="{EBD7B9EF-37D0-465D-AE11-EE8AF4ED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725" y="1771350"/>
            <a:ext cx="2512200" cy="8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2.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8" name="Google Shape;218;p31">
            <a:extLst xmlns:a="http://schemas.openxmlformats.org/drawingml/2006/main">
              <a:ext uri="{FF2B5EF4-FFF2-40B4-BE49-F238E27FC236}">
                <a16:creationId xmlns:a16="http://schemas.microsoft.com/office/drawing/2014/main" id="{292CD67E-8D1E-41B9-920D-6E9764B1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950" y="1771350"/>
            <a:ext cx="27729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3.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9" name="Google Shape;219;p31">
            <a:extLst xmlns:a="http://schemas.openxmlformats.org/drawingml/2006/main">
              <a:ext uri="{FF2B5EF4-FFF2-40B4-BE49-F238E27FC236}">
                <a16:creationId xmlns:a16="http://schemas.microsoft.com/office/drawing/2014/main" id="{9086D4C1-3C74-4B07-958C-7185AA5C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25" y="1771350"/>
            <a:ext cx="23544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1.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40" name="Google Shape;220;p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ee50e1e9d4aa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426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1" name="Google Shape;221;p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ee50e1e9d4aa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6438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2" name="Google Shape;222;p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ee50e1e9d4aa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77463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3" name="Google Shape;223;p31">
            <a:extLst xmlns:a="http://schemas.openxmlformats.org/drawingml/2006/main">
              <a:ext uri="{FF2B5EF4-FFF2-40B4-BE49-F238E27FC236}">
                <a16:creationId xmlns:a16="http://schemas.microsoft.com/office/drawing/2014/main" id="{618DAEC5-E616-4D19-A75D-4CB4E6F3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725" y="3438700"/>
            <a:ext cx="2512200" cy="8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5.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4" name="Google Shape;224;p31">
            <a:extLst xmlns:a="http://schemas.openxmlformats.org/drawingml/2006/main">
              <a:ext uri="{FF2B5EF4-FFF2-40B4-BE49-F238E27FC236}">
                <a16:creationId xmlns:a16="http://schemas.microsoft.com/office/drawing/2014/main" id="{94F1628E-7E38-48CF-A274-1EF6A6D1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950" y="3438700"/>
            <a:ext cx="27729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6.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5" name="Google Shape;225;p31">
            <a:extLst xmlns:a="http://schemas.openxmlformats.org/drawingml/2006/main">
              <a:ext uri="{FF2B5EF4-FFF2-40B4-BE49-F238E27FC236}">
                <a16:creationId xmlns:a16="http://schemas.microsoft.com/office/drawing/2014/main" id="{758EC80D-7085-45C2-85E4-5571B4BD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25" y="3438700"/>
            <a:ext cx="23544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4.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46" name="Google Shape;226;p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ee50e1e9d4aa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426" y="278760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7" name="Google Shape;227;p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ee50e1e9d4aa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6438" y="278760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8" name="Google Shape;228;p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ee50e1e9d4aa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77463" y="278760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9" name="Google Shape;229;p31">
            <a:extLst xmlns:a="http://schemas.openxmlformats.org/drawingml/2006/main">
              <a:ext uri="{FF2B5EF4-FFF2-40B4-BE49-F238E27FC236}">
                <a16:creationId xmlns:a16="http://schemas.microsoft.com/office/drawing/2014/main" id="{D4729D2A-0028-43FC-9A46-0133BF4F3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76136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4" name="Google Shape;234;p32">
            <a:extLst xmlns:a="http://schemas.openxmlformats.org/drawingml/2006/main">
              <a:ext uri="{FF2B5EF4-FFF2-40B4-BE49-F238E27FC236}">
                <a16:creationId xmlns:a16="http://schemas.microsoft.com/office/drawing/2014/main" id="{2FE84A5F-72E5-4B85-ADA5-95F5866A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725" y="2183750"/>
            <a:ext cx="2512200" cy="8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2.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5" name="Google Shape;235;p32">
            <a:extLst xmlns:a="http://schemas.openxmlformats.org/drawingml/2006/main">
              <a:ext uri="{FF2B5EF4-FFF2-40B4-BE49-F238E27FC236}">
                <a16:creationId xmlns:a16="http://schemas.microsoft.com/office/drawing/2014/main" id="{A898B65D-B23B-475E-BE63-D8F0AED2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950" y="2183750"/>
            <a:ext cx="27729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3.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6" name="Google Shape;236;p32">
            <a:extLst xmlns:a="http://schemas.openxmlformats.org/drawingml/2006/main">
              <a:ext uri="{FF2B5EF4-FFF2-40B4-BE49-F238E27FC236}">
                <a16:creationId xmlns:a16="http://schemas.microsoft.com/office/drawing/2014/main" id="{3F91064D-737D-40FC-8DC9-579533C1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25" y="2183750"/>
            <a:ext cx="23544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1.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48" name="Google Shape;237;p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e68c84537477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425" y="1532643"/>
            <a:ext cx="650824" cy="6465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9" name="Google Shape;238;p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e68c84537477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6450" y="1532643"/>
            <a:ext cx="650824" cy="6465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0" name="Google Shape;239;p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e68c84537477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4150" y="1532643"/>
            <a:ext cx="650824" cy="6465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0" name="Google Shape;240;p32">
            <a:extLst xmlns:a="http://schemas.openxmlformats.org/drawingml/2006/main">
              <a:ext uri="{FF2B5EF4-FFF2-40B4-BE49-F238E27FC236}">
                <a16:creationId xmlns:a16="http://schemas.microsoft.com/office/drawing/2014/main" id="{191830E1-3C5D-45EF-84D6-5D0EE41CC5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41" name="Google Shape;241;p32">
            <a:extLst xmlns:a="http://schemas.openxmlformats.org/drawingml/2006/main">
              <a:ext uri="{FF2B5EF4-FFF2-40B4-BE49-F238E27FC236}">
                <a16:creationId xmlns:a16="http://schemas.microsoft.com/office/drawing/2014/main" id="{FE257E52-7940-4CD5-894B-BE959879B0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76545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6" name="Google Shape;246;p33">
            <a:extLst xmlns:a="http://schemas.openxmlformats.org/drawingml/2006/main">
              <a:ext uri="{FF2B5EF4-FFF2-40B4-BE49-F238E27FC236}">
                <a16:creationId xmlns:a16="http://schemas.microsoft.com/office/drawing/2014/main" id="{F284EAF6-0399-48DC-A20B-E7381D0D35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57" name="Google Shape;247;p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d84ba401f482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50" y="1238900"/>
            <a:ext cx="2683575" cy="26657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8" name="Google Shape;248;p33">
            <a:extLst xmlns:a="http://schemas.openxmlformats.org/drawingml/2006/main">
              <a:ext uri="{FF2B5EF4-FFF2-40B4-BE49-F238E27FC236}">
                <a16:creationId xmlns:a16="http://schemas.microsoft.com/office/drawing/2014/main" id="{43617AAB-6F4D-45B9-886A-C564E65F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438" y="2262825"/>
            <a:ext cx="3570600" cy="67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2. Title</a:t>
            </a:r>
            <a:endParaRPr sz="12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Body Copy</a:t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49" name="Google Shape;249;p33">
            <a:extLst xmlns:a="http://schemas.openxmlformats.org/drawingml/2006/main">
              <a:ext uri="{FF2B5EF4-FFF2-40B4-BE49-F238E27FC236}">
                <a16:creationId xmlns:a16="http://schemas.microsoft.com/office/drawing/2014/main" id="{BAC2F761-8740-48CF-A6DE-3F0CD9C8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438" y="3487350"/>
            <a:ext cx="3423900" cy="98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3. Title</a:t>
            </a:r>
            <a:endParaRPr sz="12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Body Copy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50" name="Google Shape;250;p33">
            <a:extLst xmlns:a="http://schemas.openxmlformats.org/drawingml/2006/main">
              <a:ext uri="{FF2B5EF4-FFF2-40B4-BE49-F238E27FC236}">
                <a16:creationId xmlns:a16="http://schemas.microsoft.com/office/drawing/2014/main" id="{9A79F835-227A-4B9C-BB21-ECC45DCA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438" y="969825"/>
            <a:ext cx="3570600" cy="98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1. Title</a:t>
            </a:r>
            <a:endParaRPr sz="12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Body Copy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cxnSp>
        <p:nvCxnSpPr>
          <p:cNvPr id="261" name="Google Shape;251;p33"/>
          <p:cNvCxnSpPr/>
          <p:nvPr/>
        </p:nvCxnSpPr>
        <p:spPr>
          <a:xfrm xmlns:a="http://schemas.openxmlformats.org/drawingml/2006/main">
            <a:off x="3836763" y="1117075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6212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" name="Google Shape;252;p33"/>
          <p:cNvCxnSpPr/>
          <p:nvPr/>
        </p:nvCxnSpPr>
        <p:spPr>
          <a:xfrm xmlns:a="http://schemas.openxmlformats.org/drawingml/2006/main">
            <a:off x="3836763" y="2366288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6212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" name="Google Shape;253;p33"/>
          <p:cNvCxnSpPr/>
          <p:nvPr/>
        </p:nvCxnSpPr>
        <p:spPr>
          <a:xfrm xmlns:a="http://schemas.openxmlformats.org/drawingml/2006/main">
            <a:off x="3836763" y="3615500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6212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873CECE0-E53E-4A71-BF1F-C5051D5F52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55420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9" name="Google Shape;259;p34">
            <a:extLst xmlns:a="http://schemas.openxmlformats.org/drawingml/2006/main">
              <a:ext uri="{FF2B5EF4-FFF2-40B4-BE49-F238E27FC236}">
                <a16:creationId xmlns:a16="http://schemas.microsoft.com/office/drawing/2014/main" id="{94231862-92E1-481D-A9F4-02044AC7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50" y="754128"/>
            <a:ext cx="34917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Large Body Copy</a:t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cxnSp>
        <p:nvCxnSpPr>
          <p:cNvPr id="270" name="Google Shape;260;p34"/>
          <p:cNvCxnSpPr/>
          <p:nvPr/>
        </p:nvCxnSpPr>
        <p:spPr>
          <a:xfrm xmlns:a="http://schemas.openxmlformats.org/drawingml/2006/main">
            <a:off x="3832875" y="901378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1" name="Google Shape;261;p34">
            <a:extLst xmlns:a="http://schemas.openxmlformats.org/drawingml/2006/main">
              <a:ext uri="{FF2B5EF4-FFF2-40B4-BE49-F238E27FC236}">
                <a16:creationId xmlns:a16="http://schemas.microsoft.com/office/drawing/2014/main" id="{514D9E80-6F4E-475C-BF6B-5E28F7FA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50" y="2077903"/>
            <a:ext cx="34917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Large Body Copy</a:t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cxnSp>
        <p:nvCxnSpPr>
          <p:cNvPr id="272" name="Google Shape;262;p34"/>
          <p:cNvCxnSpPr/>
          <p:nvPr/>
        </p:nvCxnSpPr>
        <p:spPr>
          <a:xfrm xmlns:a="http://schemas.openxmlformats.org/drawingml/2006/main">
            <a:off x="3832875" y="2225153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" name="Google Shape;263;p34">
            <a:extLst xmlns:a="http://schemas.openxmlformats.org/drawingml/2006/main">
              <a:ext uri="{FF2B5EF4-FFF2-40B4-BE49-F238E27FC236}">
                <a16:creationId xmlns:a16="http://schemas.microsoft.com/office/drawing/2014/main" id="{901B16CD-5F1F-4500-960E-BC534C91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50" y="3401678"/>
            <a:ext cx="34917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Large Body Copy</a:t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cxnSp>
        <p:nvCxnSpPr>
          <p:cNvPr id="274" name="Google Shape;264;p34"/>
          <p:cNvCxnSpPr/>
          <p:nvPr/>
        </p:nvCxnSpPr>
        <p:spPr>
          <a:xfrm xmlns:a="http://schemas.openxmlformats.org/drawingml/2006/main">
            <a:off x="3832875" y="3548928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75" name="Google Shape;265;p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40c56836e41f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50" y="1238890"/>
            <a:ext cx="2683575" cy="26657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6" name="Google Shape;266;p34">
            <a:extLst xmlns:a="http://schemas.openxmlformats.org/drawingml/2006/main">
              <a:ext uri="{FF2B5EF4-FFF2-40B4-BE49-F238E27FC236}">
                <a16:creationId xmlns:a16="http://schemas.microsoft.com/office/drawing/2014/main" id="{325F6BDA-D644-45DC-A474-0910C75330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67" name="Google Shape;267;p34">
            <a:extLst xmlns:a="http://schemas.openxmlformats.org/drawingml/2006/main">
              <a:ext uri="{FF2B5EF4-FFF2-40B4-BE49-F238E27FC236}">
                <a16:creationId xmlns:a16="http://schemas.microsoft.com/office/drawing/2014/main" id="{391A1770-4F14-445D-974C-8FD0193B0F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291427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2" name="Google Shape;272;p35">
            <a:extLst xmlns:a="http://schemas.openxmlformats.org/drawingml/2006/main">
              <a:ext uri="{FF2B5EF4-FFF2-40B4-BE49-F238E27FC236}">
                <a16:creationId xmlns:a16="http://schemas.microsoft.com/office/drawing/2014/main" id="{1B3CE904-5CF5-41C9-8949-CB84386D76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83" name="Google Shape;273;p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b2d0d15204e9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50" y="1238900"/>
            <a:ext cx="2683575" cy="26657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4" name="Google Shape;274;p35">
            <a:extLst xmlns:a="http://schemas.openxmlformats.org/drawingml/2006/main">
              <a:ext uri="{FF2B5EF4-FFF2-40B4-BE49-F238E27FC236}">
                <a16:creationId xmlns:a16="http://schemas.microsoft.com/office/drawing/2014/main" id="{A9DE054B-C1C2-40FC-A79A-342D0556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50" y="754128"/>
            <a:ext cx="34917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Large Body Copy</a:t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cxnSp>
        <p:nvCxnSpPr>
          <p:cNvPr id="285" name="Google Shape;275;p35"/>
          <p:cNvCxnSpPr/>
          <p:nvPr/>
        </p:nvCxnSpPr>
        <p:spPr>
          <a:xfrm xmlns:a="http://schemas.openxmlformats.org/drawingml/2006/main">
            <a:off x="3832875" y="901378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6212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6" name="Google Shape;276;p35">
            <a:extLst xmlns:a="http://schemas.openxmlformats.org/drawingml/2006/main">
              <a:ext uri="{FF2B5EF4-FFF2-40B4-BE49-F238E27FC236}">
                <a16:creationId xmlns:a16="http://schemas.microsoft.com/office/drawing/2014/main" id="{90B873F2-1EC1-4716-9A36-CB111D5C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50" y="2077903"/>
            <a:ext cx="34917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Large Body Copy</a:t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cxnSp>
        <p:nvCxnSpPr>
          <p:cNvPr id="287" name="Google Shape;277;p35"/>
          <p:cNvCxnSpPr/>
          <p:nvPr/>
        </p:nvCxnSpPr>
        <p:spPr>
          <a:xfrm xmlns:a="http://schemas.openxmlformats.org/drawingml/2006/main">
            <a:off x="3832875" y="2225153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6212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8" name="Google Shape;278;p35">
            <a:extLst xmlns:a="http://schemas.openxmlformats.org/drawingml/2006/main">
              <a:ext uri="{FF2B5EF4-FFF2-40B4-BE49-F238E27FC236}">
                <a16:creationId xmlns:a16="http://schemas.microsoft.com/office/drawing/2014/main" id="{EC0A7930-C721-4AE8-81AF-EE52D943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50" y="3401678"/>
            <a:ext cx="34917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Large Body Copy</a:t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cxnSp>
        <p:nvCxnSpPr>
          <p:cNvPr id="289" name="Google Shape;279;p35"/>
          <p:cNvCxnSpPr/>
          <p:nvPr/>
        </p:nvCxnSpPr>
        <p:spPr>
          <a:xfrm xmlns:a="http://schemas.openxmlformats.org/drawingml/2006/main">
            <a:off x="3832875" y="3548928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6212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0" name="Google Shape;280;p35">
            <a:extLst xmlns:a="http://schemas.openxmlformats.org/drawingml/2006/main">
              <a:ext uri="{FF2B5EF4-FFF2-40B4-BE49-F238E27FC236}">
                <a16:creationId xmlns:a16="http://schemas.microsoft.com/office/drawing/2014/main" id="{F4BE7611-7CA5-4C23-B247-0F52E4F3F8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99349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1" name="Google Shape;285;p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f08158e7241c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50" y="1238890"/>
            <a:ext cx="2683575" cy="26657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6" name="Google Shape;286;p36">
            <a:extLst xmlns:a="http://schemas.openxmlformats.org/drawingml/2006/main">
              <a:ext uri="{FF2B5EF4-FFF2-40B4-BE49-F238E27FC236}">
                <a16:creationId xmlns:a16="http://schemas.microsoft.com/office/drawing/2014/main" id="{E7515442-8E56-4645-88AB-574FB65A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350" y="1680925"/>
            <a:ext cx="3867300" cy="3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lt1"/>
                </a:solidFill>
                <a:latin typeface="Inter"/>
                <a:ea typeface="Inter"/>
                <a:cs typeface="Inter"/>
              </a:rPr>
              <a:t>Body Copy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87" name="Google Shape;287;p36">
            <a:extLst xmlns:a="http://schemas.openxmlformats.org/drawingml/2006/main">
              <a:ext uri="{FF2B5EF4-FFF2-40B4-BE49-F238E27FC236}">
                <a16:creationId xmlns:a16="http://schemas.microsoft.com/office/drawing/2014/main" id="{101F315D-F308-4480-BAE4-587F5548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700" y="1294825"/>
            <a:ext cx="2829600" cy="3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rPr sz="2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Header</a:t>
            </a:r>
            <a:endParaRPr sz="2200" b="1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88" name="Google Shape;288;p36">
            <a:extLst xmlns:a="http://schemas.openxmlformats.org/drawingml/2006/main">
              <a:ext uri="{FF2B5EF4-FFF2-40B4-BE49-F238E27FC236}">
                <a16:creationId xmlns:a16="http://schemas.microsoft.com/office/drawing/2014/main" id="{0CE18DED-03DE-4839-84D1-A2E8581AEB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89" name="Google Shape;289;p36">
            <a:extLst xmlns:a="http://schemas.openxmlformats.org/drawingml/2006/main">
              <a:ext uri="{FF2B5EF4-FFF2-40B4-BE49-F238E27FC236}">
                <a16:creationId xmlns:a16="http://schemas.microsoft.com/office/drawing/2014/main" id="{D79720EE-B71A-43F8-B96C-FF2E16A78D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5769401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4" name="Google Shape;294;p37">
            <a:extLst xmlns:a="http://schemas.openxmlformats.org/drawingml/2006/main">
              <a:ext uri="{FF2B5EF4-FFF2-40B4-BE49-F238E27FC236}">
                <a16:creationId xmlns:a16="http://schemas.microsoft.com/office/drawing/2014/main" id="{4205642A-0E3F-47FB-98EF-0EE6BC5596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95" name="Google Shape;295;p37">
            <a:extLst xmlns:a="http://schemas.openxmlformats.org/drawingml/2006/main">
              <a:ext uri="{FF2B5EF4-FFF2-40B4-BE49-F238E27FC236}">
                <a16:creationId xmlns:a16="http://schemas.microsoft.com/office/drawing/2014/main" id="{BE487D35-6141-406A-8473-28C5EE9A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50" y="827100"/>
            <a:ext cx="8040300" cy="348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180000" tIns="180000" rIns="180000" bIns="1800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None/>
            </a:pPr>
            <a:r>
              <a:rPr b="1">
                <a:solidFill>
                  <a:srgbClr val="E6212F"/>
                </a:solidFill>
                <a:latin typeface="Inter"/>
                <a:ea typeface="Inter"/>
                <a:cs typeface="Inter"/>
              </a:rPr>
              <a:t>Header</a:t>
            </a:r>
            <a:endParaRPr sz="900">
              <a:solidFill>
                <a:srgbClr val="E6212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lvl="0" indent="-166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</a:pPr>
            <a:r>
              <a:rPr sz="1200">
                <a:solidFill>
                  <a:schemeClr val="lt1"/>
                </a:solidFill>
                <a:latin typeface="Inter"/>
                <a:ea typeface="Inter"/>
                <a:cs typeface="Inter"/>
              </a:rPr>
              <a:t>Bullet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lvl="0" indent="-166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</a:pPr>
            <a:r>
              <a:rPr sz="1200">
                <a:solidFill>
                  <a:schemeClr val="lt1"/>
                </a:solidFill>
                <a:latin typeface="Inter"/>
                <a:ea typeface="Inter"/>
                <a:cs typeface="Inter"/>
              </a:rPr>
              <a:t>Bullet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lvl="0" indent="-166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</a:pPr>
            <a:r>
              <a:rPr sz="1200">
                <a:solidFill>
                  <a:schemeClr val="lt1"/>
                </a:solidFill>
                <a:latin typeface="Inter"/>
                <a:ea typeface="Inter"/>
                <a:cs typeface="Inter"/>
              </a:rPr>
              <a:t>Bullet</a:t>
            </a:r>
            <a:endParaRPr sz="1200" b="1">
              <a:solidFill>
                <a:srgbClr val="E84142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96" name="Google Shape;296;p37">
            <a:extLst xmlns:a="http://schemas.openxmlformats.org/drawingml/2006/main">
              <a:ext uri="{FF2B5EF4-FFF2-40B4-BE49-F238E27FC236}">
                <a16:creationId xmlns:a16="http://schemas.microsoft.com/office/drawing/2014/main" id="{94A756F0-F8E6-454C-ACCF-102E55B7D3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41898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1" name="Google Shape;301;p38">
            <a:extLst xmlns:a="http://schemas.openxmlformats.org/drawingml/2006/main">
              <a:ext uri="{FF2B5EF4-FFF2-40B4-BE49-F238E27FC236}">
                <a16:creationId xmlns:a16="http://schemas.microsoft.com/office/drawing/2014/main" id="{5D02E7EF-B8E7-4DEF-A818-CAE94396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750" y="1110875"/>
            <a:ext cx="2608800" cy="292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180000" tIns="180000" rIns="180000" bIns="180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1">
                <a:solidFill>
                  <a:srgbClr val="E6212F"/>
                </a:solidFill>
                <a:latin typeface="Inter"/>
                <a:ea typeface="Inter"/>
                <a:cs typeface="Inter"/>
              </a:rPr>
              <a:t>Card</a:t>
            </a:r>
            <a:endParaRPr sz="900" i="0" u="none" cap="none">
              <a:solidFill>
                <a:srgbClr val="E6212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marR="0" lvl="0" indent="-166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■"/>
            </a:pPr>
            <a:r>
              <a:rPr sz="1200">
                <a:solidFill>
                  <a:srgbClr val="FFFFFF"/>
                </a:solidFill>
                <a:latin typeface="Inter"/>
                <a:ea typeface="Inter"/>
                <a:cs typeface="Inter"/>
              </a:rPr>
              <a:t>Bullet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marR="0" lvl="0" indent="-166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■"/>
            </a:pPr>
            <a:r>
              <a:rPr sz="1200">
                <a:solidFill>
                  <a:srgbClr val="FFFFFF"/>
                </a:solidFill>
                <a:latin typeface="Inter"/>
                <a:ea typeface="Inter"/>
                <a:cs typeface="Inter"/>
              </a:rPr>
              <a:t>Bullet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marR="0" lvl="0" indent="-166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■"/>
            </a:pPr>
            <a:r>
              <a:rPr sz="1200">
                <a:solidFill>
                  <a:srgbClr val="FFFFFF"/>
                </a:solidFill>
                <a:latin typeface="Inter"/>
                <a:ea typeface="Inter"/>
                <a:cs typeface="Inter"/>
              </a:rPr>
              <a:t>Bullet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02" name="Google Shape;302;p38">
            <a:extLst xmlns:a="http://schemas.openxmlformats.org/drawingml/2006/main">
              <a:ext uri="{FF2B5EF4-FFF2-40B4-BE49-F238E27FC236}">
                <a16:creationId xmlns:a16="http://schemas.microsoft.com/office/drawing/2014/main" id="{102B1453-D3E2-4272-8A3D-2C241F17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450" y="1110875"/>
            <a:ext cx="2608800" cy="292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180000" tIns="180000" rIns="180000" bIns="180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1">
                <a:solidFill>
                  <a:srgbClr val="E6212F"/>
                </a:solidFill>
                <a:latin typeface="Inter"/>
                <a:ea typeface="Inter"/>
                <a:cs typeface="Inter"/>
              </a:rPr>
              <a:t>Card</a:t>
            </a:r>
            <a:endParaRPr sz="900" i="0" u="none" cap="none">
              <a:solidFill>
                <a:srgbClr val="E6212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marR="0" lvl="0" indent="-166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■"/>
            </a:pPr>
            <a:r>
              <a:rPr sz="1200">
                <a:solidFill>
                  <a:srgbClr val="FFFFFF"/>
                </a:solidFill>
                <a:latin typeface="Inter"/>
                <a:ea typeface="Inter"/>
                <a:cs typeface="Inter"/>
              </a:rPr>
              <a:t>Bullet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marR="0" lvl="0" indent="-166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■"/>
            </a:pPr>
            <a:r>
              <a:rPr sz="1200">
                <a:solidFill>
                  <a:srgbClr val="FFFFFF"/>
                </a:solidFill>
                <a:latin typeface="Inter"/>
                <a:ea typeface="Inter"/>
                <a:cs typeface="Inter"/>
              </a:rPr>
              <a:t>Bullet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marR="0" lvl="0" indent="-166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■"/>
            </a:pPr>
            <a:r>
              <a:rPr sz="1200">
                <a:solidFill>
                  <a:srgbClr val="FFFFFF"/>
                </a:solidFill>
                <a:latin typeface="Inter"/>
                <a:ea typeface="Inter"/>
                <a:cs typeface="Inter"/>
              </a:rPr>
              <a:t>Bullet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03" name="Google Shape;303;p38">
            <a:extLst xmlns:a="http://schemas.openxmlformats.org/drawingml/2006/main">
              <a:ext uri="{FF2B5EF4-FFF2-40B4-BE49-F238E27FC236}">
                <a16:creationId xmlns:a16="http://schemas.microsoft.com/office/drawing/2014/main" id="{120CE4B0-968E-4FCC-906C-813FEC4165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04" name="Google Shape;304;p38">
            <a:extLst xmlns:a="http://schemas.openxmlformats.org/drawingml/2006/main">
              <a:ext uri="{FF2B5EF4-FFF2-40B4-BE49-F238E27FC236}">
                <a16:creationId xmlns:a16="http://schemas.microsoft.com/office/drawing/2014/main" id="{05C9D7F0-96D8-47DF-85A0-DC306DFCD9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1590630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9" name="Google Shape;309;p39">
            <a:extLst xmlns:a="http://schemas.openxmlformats.org/drawingml/2006/main">
              <a:ext uri="{FF2B5EF4-FFF2-40B4-BE49-F238E27FC236}">
                <a16:creationId xmlns:a16="http://schemas.microsoft.com/office/drawing/2014/main" id="{561DC2F2-863A-46BC-AFBA-2CB4C304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25" y="1289400"/>
            <a:ext cx="2733900" cy="226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180000" tIns="180000" rIns="180000" bIns="180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Large Copy</a:t>
            </a:r>
            <a:endParaRPr sz="900" i="0" u="none" cap="none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10" name="Google Shape;310;p39">
            <a:extLst xmlns:a="http://schemas.openxmlformats.org/drawingml/2006/main">
              <a:ext uri="{FF2B5EF4-FFF2-40B4-BE49-F238E27FC236}">
                <a16:creationId xmlns:a16="http://schemas.microsoft.com/office/drawing/2014/main" id="{8EBD9AE9-2055-4D37-8552-E60CBDF2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188" y="1291050"/>
            <a:ext cx="2733900" cy="226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180000" tIns="180000" rIns="180000" bIns="180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Large Copy</a:t>
            </a:r>
            <a:endParaRPr sz="900" i="0" u="none" cap="none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11" name="Google Shape;311;p39">
            <a:extLst xmlns:a="http://schemas.openxmlformats.org/drawingml/2006/main">
              <a:ext uri="{FF2B5EF4-FFF2-40B4-BE49-F238E27FC236}">
                <a16:creationId xmlns:a16="http://schemas.microsoft.com/office/drawing/2014/main" id="{3A1CF683-34C8-471C-B612-EE279367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275" y="1289400"/>
            <a:ext cx="2733900" cy="226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180000" tIns="180000" rIns="180000" bIns="180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Large Copy</a:t>
            </a:r>
            <a:endParaRPr sz="900" i="0" u="none" cap="none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12" name="Google Shape;312;p39">
            <a:extLst xmlns:a="http://schemas.openxmlformats.org/drawingml/2006/main">
              <a:ext uri="{FF2B5EF4-FFF2-40B4-BE49-F238E27FC236}">
                <a16:creationId xmlns:a16="http://schemas.microsoft.com/office/drawing/2014/main" id="{68EEF69D-4498-4018-8F07-3F14F8548D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13" name="Google Shape;313;p39">
            <a:extLst xmlns:a="http://schemas.openxmlformats.org/drawingml/2006/main">
              <a:ext uri="{FF2B5EF4-FFF2-40B4-BE49-F238E27FC236}">
                <a16:creationId xmlns:a16="http://schemas.microsoft.com/office/drawing/2014/main" id="{A83C7C87-AAC2-4B6E-9539-68E39DD278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154302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8" name="Google Shape;318;p40">
            <a:extLst xmlns:a="http://schemas.openxmlformats.org/drawingml/2006/main">
              <a:ext uri="{FF2B5EF4-FFF2-40B4-BE49-F238E27FC236}">
                <a16:creationId xmlns:a16="http://schemas.microsoft.com/office/drawing/2014/main" id="{A72EC8B2-2A30-4E7B-89A9-FC66F189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25" y="507200"/>
            <a:ext cx="7248300" cy="401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180000" tIns="180000" rIns="180000" bIns="180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19" name="Google Shape;319;p40">
            <a:extLst xmlns:a="http://schemas.openxmlformats.org/drawingml/2006/main">
              <a:ext uri="{FF2B5EF4-FFF2-40B4-BE49-F238E27FC236}">
                <a16:creationId xmlns:a16="http://schemas.microsoft.com/office/drawing/2014/main" id="{F884C978-6AD4-453C-AFA5-174E4E70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25" y="600575"/>
            <a:ext cx="5249400" cy="2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200" b="1">
                <a:solidFill>
                  <a:schemeClr val="lt2"/>
                </a:solidFill>
                <a:latin typeface="Inter"/>
                <a:ea typeface="Inter"/>
                <a:cs typeface="Inter"/>
              </a:rPr>
              <a:t>Consensus:</a:t>
            </a:r>
            <a:r>
              <a:rPr sz="1200">
                <a:solidFill>
                  <a:schemeClr val="lt2"/>
                </a:solidFill>
                <a:latin typeface="Inter ExtraBold"/>
                <a:ea typeface="Inter ExtraBold"/>
                <a:cs typeface="Inter ExtraBold"/>
              </a:rPr>
              <a:t> </a:t>
            </a:r>
            <a:r>
              <a: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Classical vs. Nakamoto vs. </a:t>
            </a:r>
            <a:r>
              <a:rPr sz="1200"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Avalanche</a:t>
            </a:r>
            <a:endParaRPr sz="1200"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</p:txBody>
      </p:sp>
      <p:sp>
        <p:nvSpPr>
          <p:cNvPr id="320" name="Google Shape;320;p40">
            <a:extLst xmlns:a="http://schemas.openxmlformats.org/drawingml/2006/main">
              <a:ext uri="{FF2B5EF4-FFF2-40B4-BE49-F238E27FC236}">
                <a16:creationId xmlns:a16="http://schemas.microsoft.com/office/drawing/2014/main" id="{F677870D-7D52-48A0-8CED-A455F8CD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925" y="1101000"/>
            <a:ext cx="1342800" cy="321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Avalanche</a:t>
            </a:r>
            <a:endParaRPr sz="1100"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</p:txBody>
      </p:sp>
      <p:sp>
        <p:nvSpPr>
          <p:cNvPr id="321" name="Google Shape;321;p40">
            <a:extLst xmlns:a="http://schemas.openxmlformats.org/drawingml/2006/main">
              <a:ext uri="{FF2B5EF4-FFF2-40B4-BE49-F238E27FC236}">
                <a16:creationId xmlns:a16="http://schemas.microsoft.com/office/drawing/2014/main" id="{EDA577B3-7608-4D2C-81B8-B4FFB09E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50" y="832650"/>
            <a:ext cx="22617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0">
            <a:extLst xmlns:a="http://schemas.openxmlformats.org/drawingml/2006/main">
              <a:ext uri="{FF2B5EF4-FFF2-40B4-BE49-F238E27FC236}">
                <a16:creationId xmlns:a16="http://schemas.microsoft.com/office/drawing/2014/main" id="{6D75AA1C-E008-4CBB-A2CE-D9A667DC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025" y="1100963"/>
            <a:ext cx="1342800" cy="35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Nakamoto</a:t>
            </a:r>
            <a:endParaRPr sz="1100"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888888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rgbClr val="888888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888888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rgbClr val="888888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888888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rgbClr val="888888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888888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rgbClr val="888888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888888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rgbClr val="888888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t/>
            </a:r>
            <a:endParaRPr>
              <a:solidFill>
                <a:srgbClr val="888888"/>
              </a:solidFill>
              <a:latin typeface="Inter Medium"/>
              <a:ea typeface="Inter Medium"/>
              <a:cs typeface="Inter Medium"/>
            </a:endParaRPr>
          </a:p>
        </p:txBody>
      </p:sp>
      <p:sp>
        <p:nvSpPr>
          <p:cNvPr id="323" name="Google Shape;323;p40">
            <a:extLst xmlns:a="http://schemas.openxmlformats.org/drawingml/2006/main">
              <a:ext uri="{FF2B5EF4-FFF2-40B4-BE49-F238E27FC236}">
                <a16:creationId xmlns:a16="http://schemas.microsoft.com/office/drawing/2014/main" id="{E316BA46-E4FD-4CB4-8A87-5F92D04F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125" y="1100925"/>
            <a:ext cx="1342800" cy="321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Classical</a:t>
            </a:r>
            <a:endParaRPr sz="1100"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888888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rgbClr val="888888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888888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rgbClr val="888888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888888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rgbClr val="888888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888888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rgbClr val="888888"/>
              </a:solidFill>
              <a:latin typeface="Inter Medium"/>
              <a:ea typeface="Inter Medium"/>
              <a:cs typeface="Inter Medium"/>
            </a:endParaRPr>
          </a:p>
        </p:txBody>
      </p:sp>
      <p:sp>
        <p:nvSpPr>
          <p:cNvPr id="324" name="Google Shape;324;p40">
            <a:extLst xmlns:a="http://schemas.openxmlformats.org/drawingml/2006/main">
              <a:ext uri="{FF2B5EF4-FFF2-40B4-BE49-F238E27FC236}">
                <a16:creationId xmlns:a16="http://schemas.microsoft.com/office/drawing/2014/main" id="{EF976CBD-20D7-454A-B296-69A5CCC5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175" y="1473413"/>
            <a:ext cx="2015100" cy="286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Scalable</a:t>
            </a:r>
            <a:endParaRPr sz="1100"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Robust</a:t>
            </a:r>
            <a:endParaRPr sz="1100"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Highly Decentralized</a:t>
            </a:r>
            <a:endParaRPr sz="1100"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Low Latency</a:t>
            </a:r>
            <a:endParaRPr sz="1100"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High Throughput</a:t>
            </a:r>
            <a:endParaRPr sz="1100"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Lightweight</a:t>
            </a:r>
            <a:endParaRPr sz="1100"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Green, Sustainable</a:t>
            </a:r>
            <a:endParaRPr sz="1100"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lt2"/>
                </a:solidFill>
                <a:latin typeface="Inter Medium"/>
                <a:ea typeface="Inter Medium"/>
                <a:cs typeface="Inter Medium"/>
              </a:rPr>
              <a:t>Resilient to 51% attacks</a:t>
            </a:r>
            <a:endParaRPr sz="1100">
              <a:solidFill>
                <a:schemeClr val="lt2"/>
              </a:solidFill>
              <a:latin typeface="Inter Medium"/>
              <a:ea typeface="Inter Medium"/>
              <a:cs typeface="Inter Medium"/>
            </a:endParaRPr>
          </a:p>
        </p:txBody>
      </p:sp>
      <p:cxnSp>
        <p:nvCxnSpPr>
          <p:cNvPr id="341" name="Google Shape;325;p40"/>
          <p:cNvCxnSpPr/>
          <p:nvPr/>
        </p:nvCxnSpPr>
        <p:spPr>
          <a:xfrm xmlns:a="http://schemas.openxmlformats.org/drawingml/2006/main">
            <a:off x="1221175" y="1398025"/>
            <a:ext cx="676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" name="Google Shape;326;p40"/>
          <p:cNvCxnSpPr/>
          <p:nvPr/>
        </p:nvCxnSpPr>
        <p:spPr>
          <a:xfrm xmlns:a="http://schemas.openxmlformats.org/drawingml/2006/main">
            <a:off x="1221175" y="4011638"/>
            <a:ext cx="676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27;p40"/>
          <p:cNvCxnSpPr/>
          <p:nvPr/>
        </p:nvCxnSpPr>
        <p:spPr>
          <a:xfrm xmlns:a="http://schemas.openxmlformats.org/drawingml/2006/main">
            <a:off x="1221175" y="1767509"/>
            <a:ext cx="676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" name="Google Shape;328;p40"/>
          <p:cNvCxnSpPr/>
          <p:nvPr/>
        </p:nvCxnSpPr>
        <p:spPr>
          <a:xfrm xmlns:a="http://schemas.openxmlformats.org/drawingml/2006/main">
            <a:off x="1221175" y="2141530"/>
            <a:ext cx="676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" name="Google Shape;329;p40"/>
          <p:cNvCxnSpPr/>
          <p:nvPr/>
        </p:nvCxnSpPr>
        <p:spPr>
          <a:xfrm xmlns:a="http://schemas.openxmlformats.org/drawingml/2006/main">
            <a:off x="1221175" y="2515552"/>
            <a:ext cx="676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30;p40"/>
          <p:cNvCxnSpPr/>
          <p:nvPr/>
        </p:nvCxnSpPr>
        <p:spPr>
          <a:xfrm xmlns:a="http://schemas.openxmlformats.org/drawingml/2006/main">
            <a:off x="1221175" y="2889573"/>
            <a:ext cx="676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7" name="Google Shape;331;p40"/>
          <p:cNvCxnSpPr/>
          <p:nvPr/>
        </p:nvCxnSpPr>
        <p:spPr>
          <a:xfrm xmlns:a="http://schemas.openxmlformats.org/drawingml/2006/main">
            <a:off x="1221175" y="3263595"/>
            <a:ext cx="676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8" name="Google Shape;332;p40"/>
          <p:cNvCxnSpPr/>
          <p:nvPr/>
        </p:nvCxnSpPr>
        <p:spPr>
          <a:xfrm xmlns:a="http://schemas.openxmlformats.org/drawingml/2006/main">
            <a:off x="1221175" y="3637616"/>
            <a:ext cx="676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" name="Google Shape;333;p40"/>
          <p:cNvCxnSpPr/>
          <p:nvPr/>
        </p:nvCxnSpPr>
        <p:spPr>
          <a:xfrm xmlns:a="http://schemas.openxmlformats.org/drawingml/2006/main">
            <a:off x="3034175" y="1201500"/>
            <a:ext cx="3600" cy="3118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8578667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8" name="Google Shape;338;p41">
            <a:extLst xmlns:a="http://schemas.openxmlformats.org/drawingml/2006/main">
              <a:ext uri="{FF2B5EF4-FFF2-40B4-BE49-F238E27FC236}">
                <a16:creationId xmlns:a16="http://schemas.microsoft.com/office/drawing/2014/main" id="{172D9971-CD96-44FD-B5FA-3475A587CC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39" name="Google Shape;339;p41">
            <a:extLst xmlns:a="http://schemas.openxmlformats.org/drawingml/2006/main">
              <a:ext uri="{FF2B5EF4-FFF2-40B4-BE49-F238E27FC236}">
                <a16:creationId xmlns:a16="http://schemas.microsoft.com/office/drawing/2014/main" id="{D44F98FC-83F7-480C-8E7B-F0189343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59" y="713625"/>
            <a:ext cx="4231200" cy="43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1900" rIns="0" bIns="0" anchor="t">
            <a:spAutoFit/>
          </a:bodyPr>
          <a:lstStyle xmlns:a="http://schemas.openxmlformats.org/drawingml/2006/main"/>
          <a:p xmlns:a="http://schemas.openxmlformats.org/drawingml/2006/main">
            <a:pPr marL="127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E6212F"/>
                </a:solidFill>
                <a:latin typeface="Inter"/>
                <a:ea typeface="Inter"/>
                <a:cs typeface="Inter"/>
              </a:rPr>
              <a:t>Title Header</a:t>
            </a:r>
            <a:endParaRPr sz="1400" b="1">
              <a:solidFill>
                <a:srgbClr val="E6212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2700" marR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Subheader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40" name="Google Shape;340;p41">
            <a:extLst xmlns:a="http://schemas.openxmlformats.org/drawingml/2006/main">
              <a:ext uri="{FF2B5EF4-FFF2-40B4-BE49-F238E27FC236}">
                <a16:creationId xmlns:a16="http://schemas.microsoft.com/office/drawing/2014/main" id="{A6D63868-FE0E-42B0-8DBC-859CAA70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725" y="2415575"/>
            <a:ext cx="2784600" cy="66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b="1">
                <a:solidFill>
                  <a:srgbClr val="E6212F"/>
                </a:solidFill>
                <a:latin typeface="Inter"/>
                <a:ea typeface="Inter"/>
                <a:cs typeface="Inter"/>
              </a:rPr>
              <a:t>2. Title </a:t>
            </a:r>
            <a:endParaRPr sz="1100" b="1">
              <a:solidFill>
                <a:srgbClr val="E6212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Body copy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41" name="Google Shape;341;p41">
            <a:extLst xmlns:a="http://schemas.openxmlformats.org/drawingml/2006/main">
              <a:ext uri="{FF2B5EF4-FFF2-40B4-BE49-F238E27FC236}">
                <a16:creationId xmlns:a16="http://schemas.microsoft.com/office/drawing/2014/main" id="{443E3BF6-7877-4576-A1CF-2B95DC55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725" y="3325300"/>
            <a:ext cx="2684100" cy="66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b="1">
                <a:solidFill>
                  <a:srgbClr val="E6212F"/>
                </a:solidFill>
                <a:latin typeface="Inter"/>
                <a:ea typeface="Inter"/>
                <a:cs typeface="Inter"/>
              </a:rPr>
              <a:t>3. Title</a:t>
            </a:r>
            <a:endParaRPr sz="1100" b="1">
              <a:solidFill>
                <a:srgbClr val="E6212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Body copy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42" name="Google Shape;342;p41">
            <a:extLst xmlns:a="http://schemas.openxmlformats.org/drawingml/2006/main">
              <a:ext uri="{FF2B5EF4-FFF2-40B4-BE49-F238E27FC236}">
                <a16:creationId xmlns:a16="http://schemas.microsoft.com/office/drawing/2014/main" id="{00196220-78C0-4F3A-9BFF-37059EEA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725" y="1505850"/>
            <a:ext cx="2820000" cy="66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b="1">
                <a:solidFill>
                  <a:srgbClr val="E6212F"/>
                </a:solidFill>
                <a:latin typeface="Inter"/>
                <a:ea typeface="Inter"/>
                <a:cs typeface="Inter"/>
              </a:rPr>
              <a:t>1. Title</a:t>
            </a:r>
            <a:endParaRPr sz="1100" b="1">
              <a:solidFill>
                <a:srgbClr val="E6212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Body copy</a:t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43" name="Google Shape;343;p41">
            <a:extLst xmlns:a="http://schemas.openxmlformats.org/drawingml/2006/main">
              <a:ext uri="{FF2B5EF4-FFF2-40B4-BE49-F238E27FC236}">
                <a16:creationId xmlns:a16="http://schemas.microsoft.com/office/drawing/2014/main" id="{95BC1A23-DE58-431E-9734-376B17FB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25" y="2266225"/>
            <a:ext cx="30000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Chart Here</a:t>
            </a:r>
            <a:endParaRPr/>
          </a:p>
        </p:txBody>
      </p:sp>
      <p:sp>
        <p:nvSpPr>
          <p:cNvPr id="344" name="Google Shape;344;p41">
            <a:extLst xmlns:a="http://schemas.openxmlformats.org/drawingml/2006/main">
              <a:ext uri="{FF2B5EF4-FFF2-40B4-BE49-F238E27FC236}">
                <a16:creationId xmlns:a16="http://schemas.microsoft.com/office/drawing/2014/main" id="{2C038495-9E85-43B4-9936-35004E911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1">
            <a:extLst xmlns:a="http://schemas.openxmlformats.org/drawingml/2006/main">
              <a:ext uri="{FF2B5EF4-FFF2-40B4-BE49-F238E27FC236}">
                <a16:creationId xmlns:a16="http://schemas.microsoft.com/office/drawing/2014/main" id="{FA010B52-83CE-4D38-BE32-BFE44876CE78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9375" y="918225"/>
            <a:ext cx="3364500" cy="3364500"/>
          </a:xfrm>
          <a:prstGeom xmlns:a="http://schemas.openxmlformats.org/drawingml/2006/main"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180789176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0" name="Google Shape;350;p42">
            <a:extLst xmlns:a="http://schemas.openxmlformats.org/drawingml/2006/main">
              <a:ext uri="{FF2B5EF4-FFF2-40B4-BE49-F238E27FC236}">
                <a16:creationId xmlns:a16="http://schemas.microsoft.com/office/drawing/2014/main" id="{4D9A960F-611F-422E-B5C2-F09A52BB050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95900" y="2483888"/>
            <a:ext cx="8152200" cy="13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Kanit Medium"/>
              <a:ea typeface="Kanit Medium"/>
              <a:cs typeface="Kanit Medium"/>
            </a:endParaRPr>
          </a:p>
        </p:txBody>
      </p:sp>
      <p:pic>
        <p:nvPicPr>
          <p:cNvPr id="353" name="Google Shape;351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44e9dfee6042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29351" y="1281714"/>
            <a:ext cx="2485299" cy="69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14904791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6" name="Google Shape;356;p43">
            <a:extLst xmlns:a="http://schemas.openxmlformats.org/drawingml/2006/main">
              <a:ext uri="{FF2B5EF4-FFF2-40B4-BE49-F238E27FC236}">
                <a16:creationId xmlns:a16="http://schemas.microsoft.com/office/drawing/2014/main" id="{C66A4F2A-0250-4B73-9043-68B40E2871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3">
            <a:extLst xmlns:a="http://schemas.openxmlformats.org/drawingml/2006/main">
              <a:ext uri="{FF2B5EF4-FFF2-40B4-BE49-F238E27FC236}">
                <a16:creationId xmlns:a16="http://schemas.microsoft.com/office/drawing/2014/main" id="{AB6CA6C9-93FB-47E4-BD3A-F28B25C119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58" name="Google Shape;358;p43">
            <a:extLst xmlns:a="http://schemas.openxmlformats.org/drawingml/2006/main">
              <a:ext uri="{FF2B5EF4-FFF2-40B4-BE49-F238E27FC236}">
                <a16:creationId xmlns:a16="http://schemas.microsoft.com/office/drawing/2014/main" id="{B7188135-53D9-4D51-BCD9-88216CACA0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4500" y="891225"/>
            <a:ext cx="8320800" cy="309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303971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3" name="Google Shape;363;p44">
            <a:extLst xmlns:a="http://schemas.openxmlformats.org/drawingml/2006/main">
              <a:ext uri="{FF2B5EF4-FFF2-40B4-BE49-F238E27FC236}">
                <a16:creationId xmlns:a16="http://schemas.microsoft.com/office/drawing/2014/main" id="{F54FE5A0-D755-4616-A79F-3D6CAE8B3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4">
            <a:extLst xmlns:a="http://schemas.openxmlformats.org/drawingml/2006/main">
              <a:ext uri="{FF2B5EF4-FFF2-40B4-BE49-F238E27FC236}">
                <a16:creationId xmlns:a16="http://schemas.microsoft.com/office/drawing/2014/main" id="{0FF01D55-4DA2-4DCA-97A9-BBEABF2A25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65" name="Google Shape;365;p44">
            <a:extLst xmlns:a="http://schemas.openxmlformats.org/drawingml/2006/main">
              <a:ext uri="{FF2B5EF4-FFF2-40B4-BE49-F238E27FC236}">
                <a16:creationId xmlns:a16="http://schemas.microsoft.com/office/drawing/2014/main" id="{465C0AD3-7E2F-4755-AEC5-67811FCE4C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6600" y="925575"/>
            <a:ext cx="3877500" cy="334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4">
            <a:extLst xmlns:a="http://schemas.openxmlformats.org/drawingml/2006/main">
              <a:ext uri="{FF2B5EF4-FFF2-40B4-BE49-F238E27FC236}">
                <a16:creationId xmlns:a16="http://schemas.microsoft.com/office/drawing/2014/main" id="{368C9344-75E9-4745-9155-EF27259EC4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9775" y="925563"/>
            <a:ext cx="3877500" cy="334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0939193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1" name="Google Shape;371;p45">
            <a:extLst xmlns:a="http://schemas.openxmlformats.org/drawingml/2006/main">
              <a:ext uri="{FF2B5EF4-FFF2-40B4-BE49-F238E27FC236}">
                <a16:creationId xmlns:a16="http://schemas.microsoft.com/office/drawing/2014/main" id="{535C4733-0F98-4D7A-A126-E40C8DF85D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5">
            <a:extLst xmlns:a="http://schemas.openxmlformats.org/drawingml/2006/main">
              <a:ext uri="{FF2B5EF4-FFF2-40B4-BE49-F238E27FC236}">
                <a16:creationId xmlns:a16="http://schemas.microsoft.com/office/drawing/2014/main" id="{00855C09-E0B8-4114-B7B9-2D187B29D1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73" name="Google Shape;373;p45">
            <a:extLst xmlns:a="http://schemas.openxmlformats.org/drawingml/2006/main">
              <a:ext uri="{FF2B5EF4-FFF2-40B4-BE49-F238E27FC236}">
                <a16:creationId xmlns:a16="http://schemas.microsoft.com/office/drawing/2014/main" id="{AE5CD255-4A35-4005-8F97-50454979AA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39775" y="925563"/>
            <a:ext cx="3877500" cy="334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5">
            <a:extLst xmlns:a="http://schemas.openxmlformats.org/drawingml/2006/main">
              <a:ext uri="{FF2B5EF4-FFF2-40B4-BE49-F238E27FC236}">
                <a16:creationId xmlns:a16="http://schemas.microsoft.com/office/drawing/2014/main" id="{057BE8B7-2CFD-4137-9728-9B0F328271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9375" y="918225"/>
            <a:ext cx="3780300" cy="3364500"/>
          </a:xfrm>
          <a:prstGeom xmlns:a="http://schemas.openxmlformats.org/drawingml/2006/main"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213315728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9" name="Google Shape;379;p46">
            <a:extLst xmlns:a="http://schemas.openxmlformats.org/drawingml/2006/main">
              <a:ext uri="{FF2B5EF4-FFF2-40B4-BE49-F238E27FC236}">
                <a16:creationId xmlns:a16="http://schemas.microsoft.com/office/drawing/2014/main" id="{8A227DDB-9A58-4E4A-9892-10EFCD2F35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6">
            <a:extLst xmlns:a="http://schemas.openxmlformats.org/drawingml/2006/main">
              <a:ext uri="{FF2B5EF4-FFF2-40B4-BE49-F238E27FC236}">
                <a16:creationId xmlns:a16="http://schemas.microsoft.com/office/drawing/2014/main" id="{73B1FF2A-FE78-458A-9FDD-46745C483B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81" name="Google Shape;381;p46">
            <a:extLst xmlns:a="http://schemas.openxmlformats.org/drawingml/2006/main">
              <a:ext uri="{FF2B5EF4-FFF2-40B4-BE49-F238E27FC236}">
                <a16:creationId xmlns:a16="http://schemas.microsoft.com/office/drawing/2014/main" id="{9C6BBF72-B419-4993-AE89-FA8E6357CF3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936975" y="918225"/>
            <a:ext cx="3780300" cy="3364500"/>
          </a:xfrm>
          <a:prstGeom xmlns:a="http://schemas.openxmlformats.org/drawingml/2006/main" prst="rect">
            <a:avLst/>
          </a:prstGeom>
        </p:spPr>
      </p:sp>
      <p:sp>
        <p:nvSpPr>
          <p:cNvPr id="382" name="Google Shape;382;p46">
            <a:extLst xmlns:a="http://schemas.openxmlformats.org/drawingml/2006/main">
              <a:ext uri="{FF2B5EF4-FFF2-40B4-BE49-F238E27FC236}">
                <a16:creationId xmlns:a16="http://schemas.microsoft.com/office/drawing/2014/main" id="{D75CB342-B3F2-4DDC-B1AB-D72273BDAB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6600" y="925575"/>
            <a:ext cx="3877500" cy="334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08350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7" name="Google Shape;387;p47">
            <a:extLst xmlns:a="http://schemas.openxmlformats.org/drawingml/2006/main">
              <a:ext uri="{FF2B5EF4-FFF2-40B4-BE49-F238E27FC236}">
                <a16:creationId xmlns:a16="http://schemas.microsoft.com/office/drawing/2014/main" id="{CE6CF9F5-C1C8-4CB8-8D78-BB2106ED0C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88" name="Google Shape;388;p47">
            <a:extLst xmlns:a="http://schemas.openxmlformats.org/drawingml/2006/main">
              <a:ext uri="{FF2B5EF4-FFF2-40B4-BE49-F238E27FC236}">
                <a16:creationId xmlns:a16="http://schemas.microsoft.com/office/drawing/2014/main" id="{8F849B7D-51ED-412D-90E6-1AC8EE0CCB7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95975" y="1623925"/>
            <a:ext cx="8152200" cy="13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7">
            <a:extLst xmlns:a="http://schemas.openxmlformats.org/drawingml/2006/main">
              <a:ext uri="{FF2B5EF4-FFF2-40B4-BE49-F238E27FC236}">
                <a16:creationId xmlns:a16="http://schemas.microsoft.com/office/drawing/2014/main" id="{D4F2BC23-69B0-4E73-BA30-D41353171E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1550" y="3019050"/>
            <a:ext cx="8152200" cy="70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49152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4" name="Google Shape;394;p48">
            <a:extLst xmlns:a="http://schemas.openxmlformats.org/drawingml/2006/main">
              <a:ext uri="{FF2B5EF4-FFF2-40B4-BE49-F238E27FC236}">
                <a16:creationId xmlns:a16="http://schemas.microsoft.com/office/drawing/2014/main" id="{0307B435-D4C2-48C6-9E74-CC98DE46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300" y="1620150"/>
            <a:ext cx="4225200" cy="19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rPr sz="25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Insert subject or large quote pull here</a:t>
            </a:r>
            <a:endParaRPr sz="2500" b="1" i="0" u="non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95" name="Google Shape;395;p48">
            <a:extLst xmlns:a="http://schemas.openxmlformats.org/drawingml/2006/main">
              <a:ext uri="{FF2B5EF4-FFF2-40B4-BE49-F238E27FC236}">
                <a16:creationId xmlns:a16="http://schemas.microsoft.com/office/drawing/2014/main" id="{B5AAAB4B-93C4-4363-91CC-52656D3607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399" name="Google Shape;396;p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144bdd10d454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50" y="1238900"/>
            <a:ext cx="2683575" cy="26657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39616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1" name="Google Shape;401;p49">
            <a:extLst xmlns:a="http://schemas.openxmlformats.org/drawingml/2006/main">
              <a:ext uri="{FF2B5EF4-FFF2-40B4-BE49-F238E27FC236}">
                <a16:creationId xmlns:a16="http://schemas.microsoft.com/office/drawing/2014/main" id="{CDEFDA5C-D199-421C-B528-51A05FFC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725" y="1771350"/>
            <a:ext cx="2512200" cy="8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2. Title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02" name="Google Shape;402;p49">
            <a:extLst xmlns:a="http://schemas.openxmlformats.org/drawingml/2006/main">
              <a:ext uri="{FF2B5EF4-FFF2-40B4-BE49-F238E27FC236}">
                <a16:creationId xmlns:a16="http://schemas.microsoft.com/office/drawing/2014/main" id="{826EC693-1CE5-47E5-8007-3D02BA52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950" y="1771350"/>
            <a:ext cx="27729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3. Title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Copy here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03" name="Google Shape;403;p49">
            <a:extLst xmlns:a="http://schemas.openxmlformats.org/drawingml/2006/main">
              <a:ext uri="{FF2B5EF4-FFF2-40B4-BE49-F238E27FC236}">
                <a16:creationId xmlns:a16="http://schemas.microsoft.com/office/drawing/2014/main" id="{DB48746C-B3EB-46AB-A595-E0F61231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25" y="1771350"/>
            <a:ext cx="23544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1. Title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04" name="Google Shape;404;p49">
            <a:extLst xmlns:a="http://schemas.openxmlformats.org/drawingml/2006/main">
              <a:ext uri="{FF2B5EF4-FFF2-40B4-BE49-F238E27FC236}">
                <a16:creationId xmlns:a16="http://schemas.microsoft.com/office/drawing/2014/main" id="{029C7A1E-D72B-4110-8953-6475F0B714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425" name="Google Shape;405;p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587a29deb4dc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426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6" name="Google Shape;406;p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587a29deb4dc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6438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7" name="Google Shape;407;p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587a29deb4dc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77463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8" name="Google Shape;408;p49">
            <a:extLst xmlns:a="http://schemas.openxmlformats.org/drawingml/2006/main">
              <a:ext uri="{FF2B5EF4-FFF2-40B4-BE49-F238E27FC236}">
                <a16:creationId xmlns:a16="http://schemas.microsoft.com/office/drawing/2014/main" id="{8F0544D2-CF55-4CE9-BC76-5A122A2C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725" y="3438700"/>
            <a:ext cx="2512200" cy="8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5. Title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09" name="Google Shape;409;p49">
            <a:extLst xmlns:a="http://schemas.openxmlformats.org/drawingml/2006/main">
              <a:ext uri="{FF2B5EF4-FFF2-40B4-BE49-F238E27FC236}">
                <a16:creationId xmlns:a16="http://schemas.microsoft.com/office/drawing/2014/main" id="{4372D0D8-C119-40F8-A24D-5EE31269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950" y="3438700"/>
            <a:ext cx="27729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6. Title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Copy here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10" name="Google Shape;410;p49">
            <a:extLst xmlns:a="http://schemas.openxmlformats.org/drawingml/2006/main">
              <a:ext uri="{FF2B5EF4-FFF2-40B4-BE49-F238E27FC236}">
                <a16:creationId xmlns:a16="http://schemas.microsoft.com/office/drawing/2014/main" id="{A55EC7F1-8A4C-4E40-AA1D-4C72F54E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25" y="3438700"/>
            <a:ext cx="23544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4. Title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431" name="Google Shape;411;p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587a29deb4dc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426" y="278760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2" name="Google Shape;412;p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587a29deb4dc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6438" y="278760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3" name="Google Shape;413;p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587a29deb4dc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77463" y="278760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14" name="Google Shape;414;p49">
            <a:extLst xmlns:a="http://schemas.openxmlformats.org/drawingml/2006/main">
              <a:ext uri="{FF2B5EF4-FFF2-40B4-BE49-F238E27FC236}">
                <a16:creationId xmlns:a16="http://schemas.microsoft.com/office/drawing/2014/main" id="{DB9D9592-3285-4574-AEEA-F68538F425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243640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9" name="Google Shape;419;p50">
            <a:extLst xmlns:a="http://schemas.openxmlformats.org/drawingml/2006/main">
              <a:ext uri="{FF2B5EF4-FFF2-40B4-BE49-F238E27FC236}">
                <a16:creationId xmlns:a16="http://schemas.microsoft.com/office/drawing/2014/main" id="{B8428AD0-27B2-47E3-94D6-CC181E3DF1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420" name="Google Shape;420;p50">
            <a:extLst xmlns:a="http://schemas.openxmlformats.org/drawingml/2006/main">
              <a:ext uri="{FF2B5EF4-FFF2-40B4-BE49-F238E27FC236}">
                <a16:creationId xmlns:a16="http://schemas.microsoft.com/office/drawing/2014/main" id="{41055792-BE5C-4D98-9F22-810553A0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725" y="1771350"/>
            <a:ext cx="2512200" cy="8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2.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1" name="Google Shape;421;p50">
            <a:extLst xmlns:a="http://schemas.openxmlformats.org/drawingml/2006/main">
              <a:ext uri="{FF2B5EF4-FFF2-40B4-BE49-F238E27FC236}">
                <a16:creationId xmlns:a16="http://schemas.microsoft.com/office/drawing/2014/main" id="{4CBE87D5-A641-406D-8D78-8BDFB9AE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950" y="1771350"/>
            <a:ext cx="27729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3.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2" name="Google Shape;422;p50">
            <a:extLst xmlns:a="http://schemas.openxmlformats.org/drawingml/2006/main">
              <a:ext uri="{FF2B5EF4-FFF2-40B4-BE49-F238E27FC236}">
                <a16:creationId xmlns:a16="http://schemas.microsoft.com/office/drawing/2014/main" id="{7DE8B4B5-757C-4486-8069-70CECC16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25" y="1771350"/>
            <a:ext cx="23544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1.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434" name="Google Shape;423;p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e9196c952434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426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5" name="Google Shape;424;p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e9196c952434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6438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6" name="Google Shape;425;p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e9196c952434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77463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26" name="Google Shape;426;p50">
            <a:extLst xmlns:a="http://schemas.openxmlformats.org/drawingml/2006/main">
              <a:ext uri="{FF2B5EF4-FFF2-40B4-BE49-F238E27FC236}">
                <a16:creationId xmlns:a16="http://schemas.microsoft.com/office/drawing/2014/main" id="{61607FBD-58AE-49EF-90B8-B8F0156925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0238759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1" name="Google Shape;431;p51">
            <a:extLst xmlns:a="http://schemas.openxmlformats.org/drawingml/2006/main">
              <a:ext uri="{FF2B5EF4-FFF2-40B4-BE49-F238E27FC236}">
                <a16:creationId xmlns:a16="http://schemas.microsoft.com/office/drawing/2014/main" id="{112DE92C-29C7-4EC6-BCCA-545C54F0C9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432" name="Google Shape;432;p51">
            <a:extLst xmlns:a="http://schemas.openxmlformats.org/drawingml/2006/main">
              <a:ext uri="{FF2B5EF4-FFF2-40B4-BE49-F238E27FC236}">
                <a16:creationId xmlns:a16="http://schemas.microsoft.com/office/drawing/2014/main" id="{B6A760F1-5DCF-4348-8F56-1CE15D6D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725" y="1771350"/>
            <a:ext cx="2512200" cy="8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2.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33" name="Google Shape;433;p51">
            <a:extLst xmlns:a="http://schemas.openxmlformats.org/drawingml/2006/main">
              <a:ext uri="{FF2B5EF4-FFF2-40B4-BE49-F238E27FC236}">
                <a16:creationId xmlns:a16="http://schemas.microsoft.com/office/drawing/2014/main" id="{D9FE0F34-2455-49D4-9854-12ABD886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950" y="1771350"/>
            <a:ext cx="27729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3.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34" name="Google Shape;434;p51">
            <a:extLst xmlns:a="http://schemas.openxmlformats.org/drawingml/2006/main">
              <a:ext uri="{FF2B5EF4-FFF2-40B4-BE49-F238E27FC236}">
                <a16:creationId xmlns:a16="http://schemas.microsoft.com/office/drawing/2014/main" id="{2D348029-2844-4F9C-8A9E-7E351846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25" y="1771350"/>
            <a:ext cx="23544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1.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455" name="Google Shape;435;p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0133ff9fc4d3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426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56" name="Google Shape;436;p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0133ff9fc4d3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6438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57" name="Google Shape;437;p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0133ff9fc4d3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77463" y="112025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8" name="Google Shape;438;p51">
            <a:extLst xmlns:a="http://schemas.openxmlformats.org/drawingml/2006/main">
              <a:ext uri="{FF2B5EF4-FFF2-40B4-BE49-F238E27FC236}">
                <a16:creationId xmlns:a16="http://schemas.microsoft.com/office/drawing/2014/main" id="{30CD5DF0-2519-40F4-BF08-CDEBE305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725" y="3438700"/>
            <a:ext cx="2512200" cy="8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5.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39" name="Google Shape;439;p51">
            <a:extLst xmlns:a="http://schemas.openxmlformats.org/drawingml/2006/main">
              <a:ext uri="{FF2B5EF4-FFF2-40B4-BE49-F238E27FC236}">
                <a16:creationId xmlns:a16="http://schemas.microsoft.com/office/drawing/2014/main" id="{AA457DCD-3428-4C7D-BE7E-995A769C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950" y="3438700"/>
            <a:ext cx="27729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6.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0" name="Google Shape;440;p51">
            <a:extLst xmlns:a="http://schemas.openxmlformats.org/drawingml/2006/main">
              <a:ext uri="{FF2B5EF4-FFF2-40B4-BE49-F238E27FC236}">
                <a16:creationId xmlns:a16="http://schemas.microsoft.com/office/drawing/2014/main" id="{94663634-CA51-48F9-871E-1D12FDA6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25" y="3438700"/>
            <a:ext cx="23544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  <a:latin typeface="Inter"/>
                <a:ea typeface="Inter"/>
                <a:cs typeface="Inter"/>
              </a:rPr>
              <a:t>4. Title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461" name="Google Shape;441;p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0133ff9fc4d3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426" y="278760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62" name="Google Shape;442;p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0133ff9fc4d3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6438" y="278760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63" name="Google Shape;443;p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0133ff9fc4d3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77463" y="2787601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4" name="Google Shape;444;p51">
            <a:extLst xmlns:a="http://schemas.openxmlformats.org/drawingml/2006/main">
              <a:ext uri="{FF2B5EF4-FFF2-40B4-BE49-F238E27FC236}">
                <a16:creationId xmlns:a16="http://schemas.microsoft.com/office/drawing/2014/main" id="{A7F4BC06-0CBF-4EB8-BF62-A0EFC2D15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211200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9" name="Google Shape;449;p52">
            <a:extLst xmlns:a="http://schemas.openxmlformats.org/drawingml/2006/main">
              <a:ext uri="{FF2B5EF4-FFF2-40B4-BE49-F238E27FC236}">
                <a16:creationId xmlns:a16="http://schemas.microsoft.com/office/drawing/2014/main" id="{6B8F6521-48E0-4AB0-988C-FBFDFC55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725" y="2183750"/>
            <a:ext cx="2512200" cy="8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2. Title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50" name="Google Shape;450;p52">
            <a:extLst xmlns:a="http://schemas.openxmlformats.org/drawingml/2006/main">
              <a:ext uri="{FF2B5EF4-FFF2-40B4-BE49-F238E27FC236}">
                <a16:creationId xmlns:a16="http://schemas.microsoft.com/office/drawing/2014/main" id="{72C06100-0A6B-4A23-A5BE-5BA3F89D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950" y="2183750"/>
            <a:ext cx="27729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3. Title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Copy here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51" name="Google Shape;451;p52">
            <a:extLst xmlns:a="http://schemas.openxmlformats.org/drawingml/2006/main">
              <a:ext uri="{FF2B5EF4-FFF2-40B4-BE49-F238E27FC236}">
                <a16:creationId xmlns:a16="http://schemas.microsoft.com/office/drawing/2014/main" id="{F4E281C5-E199-4995-B384-4613E811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25" y="2183750"/>
            <a:ext cx="23544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1. Title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5875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Copy here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52" name="Google Shape;452;p52">
            <a:extLst xmlns:a="http://schemas.openxmlformats.org/drawingml/2006/main">
              <a:ext uri="{FF2B5EF4-FFF2-40B4-BE49-F238E27FC236}">
                <a16:creationId xmlns:a16="http://schemas.microsoft.com/office/drawing/2014/main" id="{F33EC4BD-E6E4-4220-AD80-579DDC8A5D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453" name="Google Shape;453;p52">
            <a:extLst xmlns:a="http://schemas.openxmlformats.org/drawingml/2006/main">
              <a:ext uri="{FF2B5EF4-FFF2-40B4-BE49-F238E27FC236}">
                <a16:creationId xmlns:a16="http://schemas.microsoft.com/office/drawing/2014/main" id="{1788B586-3227-4172-9B94-A9CBB101B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2" name="Google Shape;454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e4f32ce4941a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426" y="1461626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63" name="Google Shape;455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e4f32ce4941a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6438" y="1461626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64" name="Google Shape;456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e4f32ce4941a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77463" y="1461626"/>
            <a:ext cx="650836" cy="64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30945384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1" name="Google Shape;461;p53">
            <a:extLst xmlns:a="http://schemas.openxmlformats.org/drawingml/2006/main">
              <a:ext uri="{FF2B5EF4-FFF2-40B4-BE49-F238E27FC236}">
                <a16:creationId xmlns:a16="http://schemas.microsoft.com/office/drawing/2014/main" id="{D9B0388F-86CF-4220-828F-BD8E0041C4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472" name="Google Shape;462;p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6b792a080402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50" y="1238900"/>
            <a:ext cx="2683575" cy="26657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3" name="Google Shape;463;p53">
            <a:extLst xmlns:a="http://schemas.openxmlformats.org/drawingml/2006/main">
              <a:ext uri="{FF2B5EF4-FFF2-40B4-BE49-F238E27FC236}">
                <a16:creationId xmlns:a16="http://schemas.microsoft.com/office/drawing/2014/main" id="{D392E7C5-24E3-4BEC-8542-C7D9060A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438" y="2262825"/>
            <a:ext cx="3570600" cy="67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2. Title</a:t>
            </a:r>
            <a:endParaRPr sz="12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Body Copy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64" name="Google Shape;464;p53">
            <a:extLst xmlns:a="http://schemas.openxmlformats.org/drawingml/2006/main">
              <a:ext uri="{FF2B5EF4-FFF2-40B4-BE49-F238E27FC236}">
                <a16:creationId xmlns:a16="http://schemas.microsoft.com/office/drawing/2014/main" id="{19FAFBAB-09BB-4F05-A1AE-B35D0EF3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438" y="3487350"/>
            <a:ext cx="3423900" cy="98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3. Title</a:t>
            </a:r>
            <a:endParaRPr sz="12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Body Copy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65" name="Google Shape;465;p53">
            <a:extLst xmlns:a="http://schemas.openxmlformats.org/drawingml/2006/main">
              <a:ext uri="{FF2B5EF4-FFF2-40B4-BE49-F238E27FC236}">
                <a16:creationId xmlns:a16="http://schemas.microsoft.com/office/drawing/2014/main" id="{D7B48798-E9EC-4796-8715-4229DD93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438" y="969825"/>
            <a:ext cx="3570600" cy="98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1. Title</a:t>
            </a:r>
            <a:endParaRPr sz="12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Body Copy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cxnSp>
        <p:nvCxnSpPr>
          <p:cNvPr id="476" name="Google Shape;466;p53"/>
          <p:cNvCxnSpPr/>
          <p:nvPr/>
        </p:nvCxnSpPr>
        <p:spPr>
          <a:xfrm xmlns:a="http://schemas.openxmlformats.org/drawingml/2006/main">
            <a:off x="3836763" y="1117075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6212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7" name="Google Shape;467;p53"/>
          <p:cNvCxnSpPr/>
          <p:nvPr/>
        </p:nvCxnSpPr>
        <p:spPr>
          <a:xfrm xmlns:a="http://schemas.openxmlformats.org/drawingml/2006/main">
            <a:off x="3836763" y="2366288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6212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8" name="Google Shape;468;p53"/>
          <p:cNvCxnSpPr/>
          <p:nvPr/>
        </p:nvCxnSpPr>
        <p:spPr>
          <a:xfrm xmlns:a="http://schemas.openxmlformats.org/drawingml/2006/main">
            <a:off x="3836763" y="3615500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6212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9" name="Google Shape;469;p53">
            <a:extLst xmlns:a="http://schemas.openxmlformats.org/drawingml/2006/main">
              <a:ext uri="{FF2B5EF4-FFF2-40B4-BE49-F238E27FC236}">
                <a16:creationId xmlns:a16="http://schemas.microsoft.com/office/drawing/2014/main" id="{3ECAD59C-43FA-49A6-B63F-21DA3DFFE3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313916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4" name="Google Shape;474;p54">
            <a:extLst xmlns:a="http://schemas.openxmlformats.org/drawingml/2006/main">
              <a:ext uri="{FF2B5EF4-FFF2-40B4-BE49-F238E27FC236}">
                <a16:creationId xmlns:a16="http://schemas.microsoft.com/office/drawing/2014/main" id="{FFE3375B-40FB-4EC4-8ACD-FBF2C504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50" y="754128"/>
            <a:ext cx="34917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Large Body Copy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cxnSp>
        <p:nvCxnSpPr>
          <p:cNvPr id="484" name="Google Shape;475;p54"/>
          <p:cNvCxnSpPr/>
          <p:nvPr/>
        </p:nvCxnSpPr>
        <p:spPr>
          <a:xfrm xmlns:a="http://schemas.openxmlformats.org/drawingml/2006/main">
            <a:off x="3832875" y="901378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6212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6" name="Google Shape;476;p54">
            <a:extLst xmlns:a="http://schemas.openxmlformats.org/drawingml/2006/main">
              <a:ext uri="{FF2B5EF4-FFF2-40B4-BE49-F238E27FC236}">
                <a16:creationId xmlns:a16="http://schemas.microsoft.com/office/drawing/2014/main" id="{8051EEEF-A156-45C1-B5D4-2D3C092E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50" y="2077903"/>
            <a:ext cx="34917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Large Body Copy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cxnSp>
        <p:nvCxnSpPr>
          <p:cNvPr id="486" name="Google Shape;477;p54"/>
          <p:cNvCxnSpPr/>
          <p:nvPr/>
        </p:nvCxnSpPr>
        <p:spPr>
          <a:xfrm xmlns:a="http://schemas.openxmlformats.org/drawingml/2006/main">
            <a:off x="3832875" y="2225153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6212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8" name="Google Shape;478;p54">
            <a:extLst xmlns:a="http://schemas.openxmlformats.org/drawingml/2006/main">
              <a:ext uri="{FF2B5EF4-FFF2-40B4-BE49-F238E27FC236}">
                <a16:creationId xmlns:a16="http://schemas.microsoft.com/office/drawing/2014/main" id="{24EB9D59-23A1-41D5-84C2-3DAF439F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50" y="3401678"/>
            <a:ext cx="34917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Large Body Copy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cxnSp>
        <p:nvCxnSpPr>
          <p:cNvPr id="488" name="Google Shape;479;p54"/>
          <p:cNvCxnSpPr/>
          <p:nvPr/>
        </p:nvCxnSpPr>
        <p:spPr>
          <a:xfrm xmlns:a="http://schemas.openxmlformats.org/drawingml/2006/main">
            <a:off x="3832875" y="3548928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6212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0" name="Google Shape;480;p54">
            <a:extLst xmlns:a="http://schemas.openxmlformats.org/drawingml/2006/main">
              <a:ext uri="{FF2B5EF4-FFF2-40B4-BE49-F238E27FC236}">
                <a16:creationId xmlns:a16="http://schemas.microsoft.com/office/drawing/2014/main" id="{BC9C9ADC-F5D3-4AD1-84EC-B0F064B935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481" name="Google Shape;481;p54">
            <a:extLst xmlns:a="http://schemas.openxmlformats.org/drawingml/2006/main">
              <a:ext uri="{FF2B5EF4-FFF2-40B4-BE49-F238E27FC236}">
                <a16:creationId xmlns:a16="http://schemas.microsoft.com/office/drawing/2014/main" id="{FF88D726-235E-421D-84F8-14BEE95060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1" name="Google Shape;482;p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ff0d99c034be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50" y="1238900"/>
            <a:ext cx="2683575" cy="26657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1160232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7" name="Google Shape;487;p55">
            <a:extLst xmlns:a="http://schemas.openxmlformats.org/drawingml/2006/main">
              <a:ext uri="{FF2B5EF4-FFF2-40B4-BE49-F238E27FC236}">
                <a16:creationId xmlns:a16="http://schemas.microsoft.com/office/drawing/2014/main" id="{17C1FCC9-D186-48E3-9E8D-16431962F7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498" name="Google Shape;488;p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52bd84b9147e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50" y="1238900"/>
            <a:ext cx="2683575" cy="26657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89" name="Google Shape;489;p55">
            <a:extLst xmlns:a="http://schemas.openxmlformats.org/drawingml/2006/main">
              <a:ext uri="{FF2B5EF4-FFF2-40B4-BE49-F238E27FC236}">
                <a16:creationId xmlns:a16="http://schemas.microsoft.com/office/drawing/2014/main" id="{8DBD03C7-81E4-4F32-85A6-47237616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50" y="754128"/>
            <a:ext cx="34917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Large Body Copy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cxnSp>
        <p:nvCxnSpPr>
          <p:cNvPr id="500" name="Google Shape;490;p55"/>
          <p:cNvCxnSpPr/>
          <p:nvPr/>
        </p:nvCxnSpPr>
        <p:spPr>
          <a:xfrm xmlns:a="http://schemas.openxmlformats.org/drawingml/2006/main">
            <a:off x="3832875" y="901378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414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1" name="Google Shape;491;p55">
            <a:extLst xmlns:a="http://schemas.openxmlformats.org/drawingml/2006/main">
              <a:ext uri="{FF2B5EF4-FFF2-40B4-BE49-F238E27FC236}">
                <a16:creationId xmlns:a16="http://schemas.microsoft.com/office/drawing/2014/main" id="{F97F8DEC-8486-415C-9142-0C4CD4B9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50" y="2077903"/>
            <a:ext cx="34917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Large Body Copy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cxnSp>
        <p:nvCxnSpPr>
          <p:cNvPr id="502" name="Google Shape;492;p55"/>
          <p:cNvCxnSpPr/>
          <p:nvPr/>
        </p:nvCxnSpPr>
        <p:spPr>
          <a:xfrm xmlns:a="http://schemas.openxmlformats.org/drawingml/2006/main">
            <a:off x="3832875" y="2225153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414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3" name="Google Shape;493;p55">
            <a:extLst xmlns:a="http://schemas.openxmlformats.org/drawingml/2006/main">
              <a:ext uri="{FF2B5EF4-FFF2-40B4-BE49-F238E27FC236}">
                <a16:creationId xmlns:a16="http://schemas.microsoft.com/office/drawing/2014/main" id="{99892430-9B1E-4698-B803-1F5C4DFF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50" y="3401678"/>
            <a:ext cx="34917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Large Body Copy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cxnSp>
        <p:nvCxnSpPr>
          <p:cNvPr id="504" name="Google Shape;494;p55"/>
          <p:cNvCxnSpPr/>
          <p:nvPr/>
        </p:nvCxnSpPr>
        <p:spPr>
          <a:xfrm xmlns:a="http://schemas.openxmlformats.org/drawingml/2006/main">
            <a:off x="3832875" y="3548928"/>
            <a:ext cx="0" cy="86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414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5" name="Google Shape;495;p55">
            <a:extLst xmlns:a="http://schemas.openxmlformats.org/drawingml/2006/main">
              <a:ext uri="{FF2B5EF4-FFF2-40B4-BE49-F238E27FC236}">
                <a16:creationId xmlns:a16="http://schemas.microsoft.com/office/drawing/2014/main" id="{405EB107-824E-4386-B2DA-B16EAE097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1844186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0" name="Google Shape;500;p56">
            <a:extLst xmlns:a="http://schemas.openxmlformats.org/drawingml/2006/main">
              <a:ext uri="{FF2B5EF4-FFF2-40B4-BE49-F238E27FC236}">
                <a16:creationId xmlns:a16="http://schemas.microsoft.com/office/drawing/2014/main" id="{CF565FDF-CBCA-4E0D-83F7-BF64C9D2A6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501" name="Google Shape;501;p56">
            <a:extLst xmlns:a="http://schemas.openxmlformats.org/drawingml/2006/main">
              <a:ext uri="{FF2B5EF4-FFF2-40B4-BE49-F238E27FC236}">
                <a16:creationId xmlns:a16="http://schemas.microsoft.com/office/drawing/2014/main" id="{DC875338-8C8A-4242-ADBF-8AED2289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350" y="1680925"/>
            <a:ext cx="3867300" cy="3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dk1"/>
                </a:solidFill>
                <a:latin typeface="Inter"/>
                <a:ea typeface="Inter"/>
                <a:cs typeface="Inter"/>
              </a:rPr>
              <a:t>Body Copy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02" name="Google Shape;502;p56">
            <a:extLst xmlns:a="http://schemas.openxmlformats.org/drawingml/2006/main">
              <a:ext uri="{FF2B5EF4-FFF2-40B4-BE49-F238E27FC236}">
                <a16:creationId xmlns:a16="http://schemas.microsoft.com/office/drawing/2014/main" id="{7A3DA9D1-05EA-4CFD-BA28-70BD5CA3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700" y="1294825"/>
            <a:ext cx="2829600" cy="3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rPr sz="22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Header</a:t>
            </a:r>
            <a:endParaRPr sz="2200" b="1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509" name="Google Shape;503;p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936bf81074dd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50" y="1238900"/>
            <a:ext cx="2683575" cy="26657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04" name="Google Shape;504;p56">
            <a:extLst xmlns:a="http://schemas.openxmlformats.org/drawingml/2006/main">
              <a:ext uri="{FF2B5EF4-FFF2-40B4-BE49-F238E27FC236}">
                <a16:creationId xmlns:a16="http://schemas.microsoft.com/office/drawing/2014/main" id="{44451343-DA91-48C2-984E-FFE055E833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7282852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9" name="Google Shape;509;p57">
            <a:extLst xmlns:a="http://schemas.openxmlformats.org/drawingml/2006/main">
              <a:ext uri="{FF2B5EF4-FFF2-40B4-BE49-F238E27FC236}">
                <a16:creationId xmlns:a16="http://schemas.microsoft.com/office/drawing/2014/main" id="{0E2BC2AE-6B83-4F88-9D52-73C340C89D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510" name="Google Shape;510;p57">
            <a:extLst xmlns:a="http://schemas.openxmlformats.org/drawingml/2006/main">
              <a:ext uri="{FF2B5EF4-FFF2-40B4-BE49-F238E27FC236}">
                <a16:creationId xmlns:a16="http://schemas.microsoft.com/office/drawing/2014/main" id="{56AF7BAD-E0CE-494B-8193-BC94F765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50" y="827100"/>
            <a:ext cx="8040300" cy="3489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180000" tIns="180000" rIns="180000" bIns="1800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E6212F"/>
                </a:solidFill>
                <a:latin typeface="Inter"/>
                <a:ea typeface="Inter"/>
                <a:cs typeface="Inter"/>
              </a:rPr>
              <a:t>Header</a:t>
            </a:r>
            <a:endParaRPr sz="900">
              <a:solidFill>
                <a:srgbClr val="E6212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lvl="0" indent="-166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</a:pPr>
            <a:r>
              <a:rPr sz="1200">
                <a:solidFill>
                  <a:schemeClr val="dk1"/>
                </a:solidFill>
                <a:latin typeface="Inter"/>
                <a:ea typeface="Inter"/>
                <a:cs typeface="Inter"/>
              </a:rPr>
              <a:t>Bullet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lvl="0" indent="-166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</a:pPr>
            <a:r>
              <a:rPr sz="1200">
                <a:solidFill>
                  <a:schemeClr val="dk1"/>
                </a:solidFill>
                <a:latin typeface="Inter"/>
                <a:ea typeface="Inter"/>
                <a:cs typeface="Inter"/>
              </a:rPr>
              <a:t>Bullet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lvl="0" indent="-166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</a:pPr>
            <a:r>
              <a:rPr sz="1200">
                <a:solidFill>
                  <a:schemeClr val="dk1"/>
                </a:solidFill>
                <a:latin typeface="Inter"/>
                <a:ea typeface="Inter"/>
                <a:cs typeface="Inter"/>
              </a:rPr>
              <a:t>Bullet</a:t>
            </a:r>
            <a:endParaRPr sz="12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11" name="Google Shape;511;p57">
            <a:extLst xmlns:a="http://schemas.openxmlformats.org/drawingml/2006/main">
              <a:ext uri="{FF2B5EF4-FFF2-40B4-BE49-F238E27FC236}">
                <a16:creationId xmlns:a16="http://schemas.microsoft.com/office/drawing/2014/main" id="{2731417B-1AC9-451F-AC9F-0578BABDAF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35768758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6" name="Google Shape;516;p58">
            <a:extLst xmlns:a="http://schemas.openxmlformats.org/drawingml/2006/main">
              <a:ext uri="{FF2B5EF4-FFF2-40B4-BE49-F238E27FC236}">
                <a16:creationId xmlns:a16="http://schemas.microsoft.com/office/drawing/2014/main" id="{64EEFC09-7E52-4F0C-87EE-7D1DFA6B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750" y="1110875"/>
            <a:ext cx="2608800" cy="292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180000" tIns="180000" rIns="180000" bIns="180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1">
                <a:solidFill>
                  <a:srgbClr val="E6212F"/>
                </a:solidFill>
                <a:latin typeface="Inter"/>
                <a:ea typeface="Inter"/>
                <a:cs typeface="Inter"/>
              </a:rPr>
              <a:t>Card</a:t>
            </a:r>
            <a:endParaRPr sz="900" i="0" u="none" cap="none">
              <a:solidFill>
                <a:srgbClr val="E6212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marR="0" lvl="0" indent="-166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</a:pPr>
            <a:r>
              <a:rPr sz="1200">
                <a:solidFill>
                  <a:schemeClr val="dk1"/>
                </a:solidFill>
                <a:latin typeface="Inter"/>
                <a:ea typeface="Inter"/>
                <a:cs typeface="Inter"/>
              </a:rPr>
              <a:t>Bullet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marR="0" lvl="0" indent="-166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</a:pPr>
            <a:r>
              <a:rPr sz="1200">
                <a:solidFill>
                  <a:schemeClr val="dk1"/>
                </a:solidFill>
                <a:latin typeface="Inter"/>
                <a:ea typeface="Inter"/>
                <a:cs typeface="Inter"/>
              </a:rPr>
              <a:t>Bullet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marR="0" lvl="0" indent="-166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</a:pPr>
            <a:r>
              <a:rPr sz="1200">
                <a:solidFill>
                  <a:schemeClr val="dk1"/>
                </a:solidFill>
                <a:latin typeface="Inter"/>
                <a:ea typeface="Inter"/>
                <a:cs typeface="Inter"/>
              </a:rPr>
              <a:t>Bullet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17" name="Google Shape;517;p58">
            <a:extLst xmlns:a="http://schemas.openxmlformats.org/drawingml/2006/main">
              <a:ext uri="{FF2B5EF4-FFF2-40B4-BE49-F238E27FC236}">
                <a16:creationId xmlns:a16="http://schemas.microsoft.com/office/drawing/2014/main" id="{02ACC43B-7455-4AA1-893C-779D530E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450" y="1110875"/>
            <a:ext cx="2608800" cy="292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180000" tIns="180000" rIns="180000" bIns="180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1">
                <a:solidFill>
                  <a:srgbClr val="E6212F"/>
                </a:solidFill>
                <a:latin typeface="Inter"/>
                <a:ea typeface="Inter"/>
                <a:cs typeface="Inter"/>
              </a:rPr>
              <a:t>Card</a:t>
            </a:r>
            <a:endParaRPr sz="900" i="0" u="none" cap="none">
              <a:solidFill>
                <a:srgbClr val="E6212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marR="0" lvl="0" indent="-166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</a:pPr>
            <a:r>
              <a:rPr sz="1200">
                <a:solidFill>
                  <a:schemeClr val="dk1"/>
                </a:solidFill>
                <a:latin typeface="Inter"/>
                <a:ea typeface="Inter"/>
                <a:cs typeface="Inter"/>
              </a:rPr>
              <a:t>Bullet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marR="0" lvl="0" indent="-166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</a:pPr>
            <a:r>
              <a:rPr sz="1200">
                <a:solidFill>
                  <a:schemeClr val="dk1"/>
                </a:solidFill>
                <a:latin typeface="Inter"/>
                <a:ea typeface="Inter"/>
                <a:cs typeface="Inter"/>
              </a:rPr>
              <a:t>Bullet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80000" marR="0" lvl="0" indent="-166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</a:pPr>
            <a:r>
              <a:rPr sz="1200">
                <a:solidFill>
                  <a:schemeClr val="dk1"/>
                </a:solidFill>
                <a:latin typeface="Inter"/>
                <a:ea typeface="Inter"/>
                <a:cs typeface="Inter"/>
              </a:rPr>
              <a:t>Bullet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18" name="Google Shape;518;p58">
            <a:extLst xmlns:a="http://schemas.openxmlformats.org/drawingml/2006/main">
              <a:ext uri="{FF2B5EF4-FFF2-40B4-BE49-F238E27FC236}">
                <a16:creationId xmlns:a16="http://schemas.microsoft.com/office/drawing/2014/main" id="{0C13EC0D-8892-4B0A-B909-D98EE693AA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519" name="Google Shape;519;p58">
            <a:extLst xmlns:a="http://schemas.openxmlformats.org/drawingml/2006/main">
              <a:ext uri="{FF2B5EF4-FFF2-40B4-BE49-F238E27FC236}">
                <a16:creationId xmlns:a16="http://schemas.microsoft.com/office/drawing/2014/main" id="{5393C7DA-E6F9-430E-8976-248B3AEF1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3008513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4" name="Google Shape;524;p59">
            <a:extLst xmlns:a="http://schemas.openxmlformats.org/drawingml/2006/main">
              <a:ext uri="{FF2B5EF4-FFF2-40B4-BE49-F238E27FC236}">
                <a16:creationId xmlns:a16="http://schemas.microsoft.com/office/drawing/2014/main" id="{38E9EEC7-67B5-40E7-B630-0F08B5FA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25" y="1289400"/>
            <a:ext cx="2733900" cy="2261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180000" tIns="180000" rIns="180000" bIns="180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Large Copy</a:t>
            </a:r>
            <a:endParaRPr sz="900" i="0" u="non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25" name="Google Shape;525;p59">
            <a:extLst xmlns:a="http://schemas.openxmlformats.org/drawingml/2006/main">
              <a:ext uri="{FF2B5EF4-FFF2-40B4-BE49-F238E27FC236}">
                <a16:creationId xmlns:a16="http://schemas.microsoft.com/office/drawing/2014/main" id="{BF4F464B-F043-461C-B2BE-7591F9DC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188" y="1291050"/>
            <a:ext cx="2733900" cy="2261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180000" tIns="180000" rIns="180000" bIns="180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Large Copy</a:t>
            </a:r>
            <a:endParaRPr sz="900" i="0" u="non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26" name="Google Shape;526;p59">
            <a:extLst xmlns:a="http://schemas.openxmlformats.org/drawingml/2006/main">
              <a:ext uri="{FF2B5EF4-FFF2-40B4-BE49-F238E27FC236}">
                <a16:creationId xmlns:a16="http://schemas.microsoft.com/office/drawing/2014/main" id="{6D51BD63-1E8C-4BC4-B1E5-61F74F6C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275" y="1289400"/>
            <a:ext cx="2733900" cy="2261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180000" tIns="180000" rIns="180000" bIns="180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Large Copy</a:t>
            </a:r>
            <a:endParaRPr sz="900" i="0" u="non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27" name="Google Shape;527;p59">
            <a:extLst xmlns:a="http://schemas.openxmlformats.org/drawingml/2006/main">
              <a:ext uri="{FF2B5EF4-FFF2-40B4-BE49-F238E27FC236}">
                <a16:creationId xmlns:a16="http://schemas.microsoft.com/office/drawing/2014/main" id="{1BC7222D-4E19-440B-B995-B1100B8F94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528" name="Google Shape;528;p59">
            <a:extLst xmlns:a="http://schemas.openxmlformats.org/drawingml/2006/main">
              <a:ext uri="{FF2B5EF4-FFF2-40B4-BE49-F238E27FC236}">
                <a16:creationId xmlns:a16="http://schemas.microsoft.com/office/drawing/2014/main" id="{931076DC-4985-4036-B814-B932C05993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1462755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60">
            <a:extLst xmlns:a="http://schemas.openxmlformats.org/drawingml/2006/main">
              <a:ext uri="{FF2B5EF4-FFF2-40B4-BE49-F238E27FC236}">
                <a16:creationId xmlns:a16="http://schemas.microsoft.com/office/drawing/2014/main" id="{3E40F066-E60E-49D6-975E-5F4748BE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25" y="507200"/>
            <a:ext cx="7248300" cy="401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180000" tIns="180000" rIns="180000" bIns="180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34" name="Google Shape;534;p60">
            <a:extLst xmlns:a="http://schemas.openxmlformats.org/drawingml/2006/main">
              <a:ext uri="{FF2B5EF4-FFF2-40B4-BE49-F238E27FC236}">
                <a16:creationId xmlns:a16="http://schemas.microsoft.com/office/drawing/2014/main" id="{225D5FEE-AB79-4B7B-95B9-64746BE6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25" y="600575"/>
            <a:ext cx="5249400" cy="2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2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Consensus:</a:t>
            </a:r>
            <a:r>
              <a:rPr sz="1200">
                <a:solidFill>
                  <a:schemeClr val="dk1"/>
                </a:solidFill>
                <a:latin typeface="Inter ExtraBold"/>
                <a:ea typeface="Inter ExtraBold"/>
                <a:cs typeface="Inter ExtraBold"/>
              </a:rPr>
              <a:t> </a:t>
            </a:r>
            <a:r>
              <a: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Classical vs. Nakamoto vs. </a:t>
            </a:r>
            <a:r>
              <a:rPr sz="1200"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Avalanche</a:t>
            </a:r>
            <a:endParaRPr sz="1200"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</p:txBody>
      </p:sp>
      <p:sp>
        <p:nvSpPr>
          <p:cNvPr id="535" name="Google Shape;535;p60">
            <a:extLst xmlns:a="http://schemas.openxmlformats.org/drawingml/2006/main">
              <a:ext uri="{FF2B5EF4-FFF2-40B4-BE49-F238E27FC236}">
                <a16:creationId xmlns:a16="http://schemas.microsoft.com/office/drawing/2014/main" id="{670200FC-1E58-47E8-9E0E-80AD110C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925" y="1101000"/>
            <a:ext cx="1342800" cy="321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Avalanche</a:t>
            </a:r>
            <a:endParaRPr sz="1100"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rgbClr val="E6212F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rgbClr val="E6212F"/>
              </a:solidFill>
              <a:latin typeface="Inter Medium"/>
              <a:ea typeface="Inter Medium"/>
              <a:cs typeface="Inter Medium"/>
            </a:endParaRPr>
          </a:p>
        </p:txBody>
      </p:sp>
      <p:sp>
        <p:nvSpPr>
          <p:cNvPr id="536" name="Google Shape;536;p60">
            <a:extLst xmlns:a="http://schemas.openxmlformats.org/drawingml/2006/main">
              <a:ext uri="{FF2B5EF4-FFF2-40B4-BE49-F238E27FC236}">
                <a16:creationId xmlns:a16="http://schemas.microsoft.com/office/drawing/2014/main" id="{532197CD-40AE-430D-BCDE-6CFB9B7A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50" y="832650"/>
            <a:ext cx="22617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60">
            <a:extLst xmlns:a="http://schemas.openxmlformats.org/drawingml/2006/main">
              <a:ext uri="{FF2B5EF4-FFF2-40B4-BE49-F238E27FC236}">
                <a16:creationId xmlns:a16="http://schemas.microsoft.com/office/drawing/2014/main" id="{52AC355E-AE32-4D8A-9672-6142428E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025" y="1100963"/>
            <a:ext cx="1342800" cy="35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Nakamoto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t/>
            </a:r>
            <a:endParaRPr>
              <a:solidFill>
                <a:srgbClr val="888888"/>
              </a:solidFill>
              <a:latin typeface="Inter Medium"/>
              <a:ea typeface="Inter Medium"/>
              <a:cs typeface="Inter Medium"/>
            </a:endParaRPr>
          </a:p>
        </p:txBody>
      </p:sp>
      <p:sp>
        <p:nvSpPr>
          <p:cNvPr id="538" name="Google Shape;538;p60">
            <a:extLst xmlns:a="http://schemas.openxmlformats.org/drawingml/2006/main">
              <a:ext uri="{FF2B5EF4-FFF2-40B4-BE49-F238E27FC236}">
                <a16:creationId xmlns:a16="http://schemas.microsoft.com/office/drawing/2014/main" id="{2BB19584-93F4-4F1C-87E1-61606107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125" y="1100925"/>
            <a:ext cx="1342800" cy="321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Classical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+</a:t>
            </a:r>
            <a:endParaRPr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-</a:t>
            </a:r>
            <a:endParaRPr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</p:txBody>
      </p:sp>
      <p:sp>
        <p:nvSpPr>
          <p:cNvPr id="539" name="Google Shape;539;p60">
            <a:extLst xmlns:a="http://schemas.openxmlformats.org/drawingml/2006/main">
              <a:ext uri="{FF2B5EF4-FFF2-40B4-BE49-F238E27FC236}">
                <a16:creationId xmlns:a16="http://schemas.microsoft.com/office/drawing/2014/main" id="{6C7A05BF-8EA8-4A78-BD98-C167172B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175" y="1473413"/>
            <a:ext cx="2015100" cy="286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Scalable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Robust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Highly Decentralized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Low Latency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High Throughput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Lightweight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Green, Sustainable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  <a:p xmlns:a="http://schemas.openxmlformats.org/drawingml/2006/main">
            <a:pPr marL="0" marR="0" lvl="0" indent="0" algn="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sz="1100">
                <a:solidFill>
                  <a:schemeClr val="dk1"/>
                </a:solidFill>
                <a:latin typeface="Inter Medium"/>
                <a:ea typeface="Inter Medium"/>
                <a:cs typeface="Inter Medium"/>
              </a:rPr>
              <a:t>Resilient to 51% attacks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</a:endParaRPr>
          </a:p>
        </p:txBody>
      </p:sp>
      <p:cxnSp>
        <p:nvCxnSpPr>
          <p:cNvPr id="557" name="Google Shape;540;p60"/>
          <p:cNvCxnSpPr/>
          <p:nvPr/>
        </p:nvCxnSpPr>
        <p:spPr>
          <a:xfrm xmlns:a="http://schemas.openxmlformats.org/drawingml/2006/main">
            <a:off x="1221175" y="1398025"/>
            <a:ext cx="676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8" name="Google Shape;541;p60"/>
          <p:cNvCxnSpPr/>
          <p:nvPr/>
        </p:nvCxnSpPr>
        <p:spPr>
          <a:xfrm xmlns:a="http://schemas.openxmlformats.org/drawingml/2006/main">
            <a:off x="1221175" y="4011638"/>
            <a:ext cx="676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9" name="Google Shape;542;p60"/>
          <p:cNvCxnSpPr/>
          <p:nvPr/>
        </p:nvCxnSpPr>
        <p:spPr>
          <a:xfrm xmlns:a="http://schemas.openxmlformats.org/drawingml/2006/main">
            <a:off x="1221175" y="1767509"/>
            <a:ext cx="676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0" name="Google Shape;543;p60"/>
          <p:cNvCxnSpPr/>
          <p:nvPr/>
        </p:nvCxnSpPr>
        <p:spPr>
          <a:xfrm xmlns:a="http://schemas.openxmlformats.org/drawingml/2006/main">
            <a:off x="1221175" y="2141530"/>
            <a:ext cx="676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1" name="Google Shape;544;p60"/>
          <p:cNvCxnSpPr/>
          <p:nvPr/>
        </p:nvCxnSpPr>
        <p:spPr>
          <a:xfrm xmlns:a="http://schemas.openxmlformats.org/drawingml/2006/main">
            <a:off x="1221175" y="2515552"/>
            <a:ext cx="676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2" name="Google Shape;545;p60"/>
          <p:cNvCxnSpPr/>
          <p:nvPr/>
        </p:nvCxnSpPr>
        <p:spPr>
          <a:xfrm xmlns:a="http://schemas.openxmlformats.org/drawingml/2006/main">
            <a:off x="1221175" y="2889573"/>
            <a:ext cx="676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3" name="Google Shape;546;p60"/>
          <p:cNvCxnSpPr/>
          <p:nvPr/>
        </p:nvCxnSpPr>
        <p:spPr>
          <a:xfrm xmlns:a="http://schemas.openxmlformats.org/drawingml/2006/main">
            <a:off x="1221175" y="3263595"/>
            <a:ext cx="676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4" name="Google Shape;547;p60"/>
          <p:cNvCxnSpPr/>
          <p:nvPr/>
        </p:nvCxnSpPr>
        <p:spPr>
          <a:xfrm xmlns:a="http://schemas.openxmlformats.org/drawingml/2006/main">
            <a:off x="1221175" y="3637616"/>
            <a:ext cx="6765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5" name="Google Shape;548;p60"/>
          <p:cNvCxnSpPr/>
          <p:nvPr/>
        </p:nvCxnSpPr>
        <p:spPr>
          <a:xfrm xmlns:a="http://schemas.openxmlformats.org/drawingml/2006/main">
            <a:off x="3034175" y="1201500"/>
            <a:ext cx="3600" cy="3118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8888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9" name="Google Shape;549;p60">
            <a:extLst xmlns:a="http://schemas.openxmlformats.org/drawingml/2006/main">
              <a:ext uri="{FF2B5EF4-FFF2-40B4-BE49-F238E27FC236}">
                <a16:creationId xmlns:a16="http://schemas.microsoft.com/office/drawing/2014/main" id="{C24561AB-8C6D-49D8-AC2C-3490333F31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338084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4" name="Google Shape;554;p61">
            <a:extLst xmlns:a="http://schemas.openxmlformats.org/drawingml/2006/main">
              <a:ext uri="{FF2B5EF4-FFF2-40B4-BE49-F238E27FC236}">
                <a16:creationId xmlns:a16="http://schemas.microsoft.com/office/drawing/2014/main" id="{88D2B0D9-7F96-44A8-A38A-7CE4AC3E0C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990300" y="4926149"/>
            <a:ext cx="1163400" cy="2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555" name="Google Shape;555;p61">
            <a:extLst xmlns:a="http://schemas.openxmlformats.org/drawingml/2006/main">
              <a:ext uri="{FF2B5EF4-FFF2-40B4-BE49-F238E27FC236}">
                <a16:creationId xmlns:a16="http://schemas.microsoft.com/office/drawing/2014/main" id="{8091DD17-391B-454F-9393-8EFC60F8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59" y="713625"/>
            <a:ext cx="4231200" cy="43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1900" rIns="0" bIns="0" anchor="t">
            <a:spAutoFit/>
          </a:bodyPr>
          <a:lstStyle xmlns:a="http://schemas.openxmlformats.org/drawingml/2006/main"/>
          <a:p xmlns:a="http://schemas.openxmlformats.org/drawingml/2006/main">
            <a:pPr marL="127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E6212F"/>
                </a:solidFill>
                <a:latin typeface="Inter"/>
                <a:ea typeface="Inter"/>
                <a:cs typeface="Inter"/>
              </a:rPr>
              <a:t>Title Header</a:t>
            </a:r>
            <a:endParaRPr sz="1400" b="1">
              <a:solidFill>
                <a:srgbClr val="E6212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12700" marR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Subheader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8DB93872-C969-420A-896A-8DE2186E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725" y="2415575"/>
            <a:ext cx="2784600" cy="66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b="1">
                <a:solidFill>
                  <a:srgbClr val="E6212F"/>
                </a:solidFill>
                <a:latin typeface="Inter"/>
                <a:ea typeface="Inter"/>
                <a:cs typeface="Inter"/>
              </a:rPr>
              <a:t>2. Title </a:t>
            </a:r>
            <a:endParaRPr sz="1100" b="1">
              <a:solidFill>
                <a:srgbClr val="E6212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Body copy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570C9D94-2748-4DE1-9686-4D6BF81E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725" y="3325300"/>
            <a:ext cx="2684100" cy="66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b="1">
                <a:solidFill>
                  <a:srgbClr val="E6212F"/>
                </a:solidFill>
                <a:latin typeface="Inter"/>
                <a:ea typeface="Inter"/>
                <a:cs typeface="Inter"/>
              </a:rPr>
              <a:t>3. Title</a:t>
            </a:r>
            <a:endParaRPr sz="1100" b="1">
              <a:solidFill>
                <a:srgbClr val="E6212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Body copy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839FD4DB-7745-4755-BA71-107D0EE8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725" y="1505850"/>
            <a:ext cx="2820000" cy="66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b="1">
                <a:solidFill>
                  <a:srgbClr val="E6212F"/>
                </a:solidFill>
                <a:latin typeface="Inter"/>
                <a:ea typeface="Inter"/>
                <a:cs typeface="Inter"/>
              </a:rPr>
              <a:t>1. Title</a:t>
            </a:r>
            <a:endParaRPr sz="1100" b="1">
              <a:solidFill>
                <a:srgbClr val="E6212F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 b="1">
              <a:solidFill>
                <a:schemeClr val="lt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Body copy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83987668-C0D5-4B94-8DE4-53CECA81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25" y="2266225"/>
            <a:ext cx="30000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Chart Here</a:t>
            </a:r>
            <a:endParaRPr/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1BC3CA3A-8B66-4B56-9486-E873317A9E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600" y="392550"/>
            <a:ext cx="8350800" cy="3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9883324"/>
      </p:ext>
    </p:extLst>
  </p:cSld>
</p:sld>
</file>

<file path=ppt/theme/theme1.xml><?xml version="1.0" encoding="utf-8"?>
<a:theme xmlns:a="http://schemas.openxmlformats.org/drawingml/2006/main" name="Team1">
  <a:themeElements>
    <a:clrScheme name="Office">
      <a:dk1>
        <a:srgbClr val="000000"/>
      </a:dk1>
      <a:lt1>
        <a:srgbClr val="FFFFFF"/>
      </a:lt1>
      <a:dk2>
        <a:srgbClr val="161618"/>
      </a:dk2>
      <a:lt2>
        <a:srgbClr val="F5F5F9"/>
      </a:lt2>
      <a:accent1>
        <a:srgbClr val="F5384B"/>
      </a:accent1>
      <a:accent2>
        <a:srgbClr val="3055B3"/>
      </a:accent2>
      <a:accent3>
        <a:srgbClr val="348BFF"/>
      </a:accent3>
      <a:accent4>
        <a:srgbClr val="000000"/>
      </a:accent4>
      <a:accent5>
        <a:srgbClr val="161618"/>
      </a:accent5>
      <a:accent6>
        <a:srgbClr val="F5F5F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2026-08-12T12:11:14.0000000Z</dcterms:created>
  <dcterms:modified xsi:type="dcterms:W3CDTF">2026-08-12T12:11:14.0000000Z</dcterms:modified>
</coreProperties>
</file>